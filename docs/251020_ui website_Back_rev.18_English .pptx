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93" r:id="rId2"/>
    <p:sldId id="304" r:id="rId3"/>
    <p:sldId id="358" r:id="rId4"/>
    <p:sldId id="314" r:id="rId5"/>
    <p:sldId id="316" r:id="rId6"/>
    <p:sldId id="308" r:id="rId7"/>
    <p:sldId id="310" r:id="rId8"/>
    <p:sldId id="321" r:id="rId9"/>
    <p:sldId id="324" r:id="rId10"/>
    <p:sldId id="346" r:id="rId11"/>
    <p:sldId id="337" r:id="rId12"/>
    <p:sldId id="326" r:id="rId13"/>
    <p:sldId id="322" r:id="rId14"/>
    <p:sldId id="327" r:id="rId15"/>
    <p:sldId id="328" r:id="rId16"/>
    <p:sldId id="335" r:id="rId17"/>
    <p:sldId id="336" r:id="rId18"/>
    <p:sldId id="332" r:id="rId19"/>
    <p:sldId id="342" r:id="rId2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ackend" id="{FAA763DC-4078-49DA-A609-EDC6F52B5C26}">
          <p14:sldIdLst>
            <p14:sldId id="293"/>
          </p14:sldIdLst>
        </p14:section>
        <p14:section name="Project" id="{FB930E8C-555C-441B-9522-5BF889B6D54C}">
          <p14:sldIdLst>
            <p14:sldId id="304"/>
            <p14:sldId id="358"/>
          </p14:sldIdLst>
        </p14:section>
        <p14:section name="River Basin" id="{B0447705-2A4C-4D2F-A8BC-67A98CCAE00F}">
          <p14:sldIdLst>
            <p14:sldId id="314"/>
            <p14:sldId id="316"/>
          </p14:sldIdLst>
        </p14:section>
        <p14:section name="Station" id="{134DD1BF-5A2C-4699-967E-10828D6BF54C}">
          <p14:sldIdLst>
            <p14:sldId id="308"/>
            <p14:sldId id="310"/>
          </p14:sldIdLst>
        </p14:section>
        <p14:section name="Sensor_sensorID" id="{19BD2BE8-F7E9-4F83-ACF8-62208D5AE908}">
          <p14:sldIdLst>
            <p14:sldId id="321"/>
            <p14:sldId id="324"/>
          </p14:sldIdLst>
        </p14:section>
        <p14:section name="Sensor_CameraID" id="{86993BF7-22FF-4677-B738-CB657C0D631A}">
          <p14:sldIdLst>
            <p14:sldId id="346"/>
            <p14:sldId id="337"/>
          </p14:sldIdLst>
        </p14:section>
        <p14:section name="Sensor_SamplingID" id="{C3C1939C-310A-4B23-A22C-E10CAD2FF024}">
          <p14:sldIdLst>
            <p14:sldId id="326"/>
            <p14:sldId id="322"/>
          </p14:sldIdLst>
        </p14:section>
        <p14:section name="Sensor_AreaID" id="{246665CD-AC04-4121-B099-D99BE8E84AE0}">
          <p14:sldIdLst>
            <p14:sldId id="327"/>
            <p14:sldId id="328"/>
          </p14:sldIdLst>
        </p14:section>
        <p14:section name="Team" id="{1B41E576-D0C6-49A2-8411-CE10F8C94C93}">
          <p14:sldIdLst>
            <p14:sldId id="335"/>
            <p14:sldId id="336"/>
          </p14:sldIdLst>
        </p14:section>
        <p14:section name="User" id="{1A5EB6B1-CD83-4102-B976-C95EBFF69706}">
          <p14:sldIdLst>
            <p14:sldId id="332"/>
            <p14:sldId id="3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FAE3E3"/>
    <a:srgbClr val="FDF4E1"/>
    <a:srgbClr val="FFFFFF"/>
    <a:srgbClr val="2DA4D9"/>
    <a:srgbClr val="E0F3FB"/>
    <a:srgbClr val="38384F"/>
    <a:srgbClr val="2196F3"/>
    <a:srgbClr val="B3D2DD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03" autoAdjust="0"/>
    <p:restoredTop sz="90791" autoAdjust="0"/>
  </p:normalViewPr>
  <p:slideViewPr>
    <p:cSldViewPr snapToGrid="0">
      <p:cViewPr>
        <p:scale>
          <a:sx n="100" d="100"/>
          <a:sy n="100" d="100"/>
        </p:scale>
        <p:origin x="1170" y="15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2D210-6A5D-46B3-B384-9BCAC7B4AC91}" type="datetimeFigureOut">
              <a:rPr lang="th-TH" smtClean="0"/>
              <a:t>19/04/69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943349-532D-4BD4-810C-9CE2216C087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92412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80301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EE5DC-5EC4-917C-6FD1-0FDCFDBD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7DBFC-B6AC-E18B-E431-CB15A4186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0078B-BFB2-D543-5F00-F9C1FDFBE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7F0B2-81B3-5C78-AF81-0CEBD395E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53769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E98C6-B550-EC07-9D14-3929A1636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2019AC-3D6E-B4E3-F378-CA6D8EB5D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AB69F3-EDC9-1F23-ABF3-E971F0ECD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60B13-46D7-637B-75F7-5F6E4454F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07109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EE5DC-5EC4-917C-6FD1-0FDCFDBD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7DBFC-B6AC-E18B-E431-CB15A4186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0078B-BFB2-D543-5F00-F9C1FDFBE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7F0B2-81B3-5C78-AF81-0CEBD395E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815283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DA9D6-1776-0E1B-2F0D-E61FA2079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0AC9C-7F92-3525-D584-0CDE1DF53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306105-28B3-E519-167D-5F7EDF0D3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F74EB-A184-BE46-B590-4D46CD9236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5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38575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EE5DC-5EC4-917C-6FD1-0FDCFDBD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7DBFC-B6AC-E18B-E431-CB15A4186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0078B-BFB2-D543-5F00-F9C1FDFBE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7F0B2-81B3-5C78-AF81-0CEBD395E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6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050171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7DBC0-89E6-C4B8-F966-DB05734B4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AAD026-BD66-FE0F-B5BD-ADA6F1EE87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9C89FD-2FC3-E4FF-81D3-BC74B25B9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82E14-6F7F-3BA0-F263-E740B1288B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7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002026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EE5DC-5EC4-917C-6FD1-0FDCFDBD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7DBFC-B6AC-E18B-E431-CB15A4186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0078B-BFB2-D543-5F00-F9C1FDFBE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7F0B2-81B3-5C78-AF81-0CEBD395E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8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69230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127F2-39A6-6F65-21AC-78DC5AEE6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EF0AC0-9BFD-B280-EB56-EAD56CE00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5BE942-C16A-9F17-E639-CED7B3E9F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Velocity =    average</a:t>
            </a:r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D6D7A-FA91-76F9-045F-06D4E3EAAE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9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372520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EE5DC-5EC4-917C-6FD1-0FDCFDBD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D7DBFC-B6AC-E18B-E431-CB15A4186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0078B-BFB2-D543-5F00-F9C1FDFBE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7F0B2-81B3-5C78-AF81-0CEBD395E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10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463955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127F2-39A6-6F65-21AC-78DC5AEE6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EF0AC0-9BFD-B280-EB56-EAD56CE00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5BE942-C16A-9F17-E639-CED7B3E9F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D6D7A-FA91-76F9-045F-06D4E3EAAE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709708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29279-DE0E-12B8-FAB1-11D004249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C3F77-4E59-282C-1444-E0773BE41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0D5863-C69F-5E7E-6031-33EF9D7EB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BF359-8FFA-F29F-8B8F-F2B660BDF8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808084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D4281-9A42-1874-01B6-09CC91DA7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448BF1-2917-31C2-F8B5-03E1E89C3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F5BEC9-7596-667E-61FC-1B1054AA2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F2B35-C412-0EB9-757E-8444D081A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730155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C9E91-095A-AD1D-D3F7-4492CDB8E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ABB696-B78D-9A36-C7CA-0B1DF6FFC1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86C532-95C8-C277-B83D-EA1933372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B8794-48BC-D4AC-66E4-AC3C806BD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679520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D4281-9A42-1874-01B6-09CC91DA7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448BF1-2917-31C2-F8B5-03E1E89C3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F5BEC9-7596-667E-61FC-1B1054AA2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There’s two way to find the cross section area. Using Shoelace Formula, we can calculate cross section area , A. </a:t>
            </a:r>
            <a:br>
              <a:rPr lang="en-US" dirty="0"/>
            </a:br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F2B35-C412-0EB9-757E-8444D081A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15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999542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C5801-7FFF-5E14-1F45-36FB96FCB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697EE-7CF2-AC77-B8ED-397699CE6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453C2-B643-0787-0A5F-2958F646E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D6DCA-1171-9088-612D-D31BDE243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16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056843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C71FF-7A64-9A24-90A2-43AE56E14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9010D6-F3A2-9B0D-F9A2-879CA0724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2D6EEA-E921-E60D-ED36-182D3A96A6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8186F-CEF6-7721-BD79-CE5F33C144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17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661937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C5801-7FFF-5E14-1F45-36FB96FCB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697EE-7CF2-AC77-B8ED-397699CE6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453C2-B643-0787-0A5F-2958F646E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D6DCA-1171-9088-612D-D31BDE243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18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91060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57512-913C-48EB-F4CF-215CBA37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8AA4F9-F461-ED65-511B-1ED699038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611D83-96F8-B2DE-2084-CB2A13B38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6ACA2-3817-734D-3C2C-B8209A8FDD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43349-532D-4BD4-810C-9CE2216C0871}" type="slidenum">
              <a:rPr lang="th-TH" smtClean="0"/>
              <a:t>19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90218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19/04/69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60384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19/04/69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75006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19/04/69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53243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19/04/69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92614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19/04/69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95072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19/04/69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42305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19/04/69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65890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19/04/69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58194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19/04/69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88511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19/04/69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8291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2F69-464D-4AA2-B308-33A721E67D87}" type="datetimeFigureOut">
              <a:rPr lang="th-TH" smtClean="0"/>
              <a:t>19/04/69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43341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92F69-464D-4AA2-B308-33A721E67D87}" type="datetimeFigureOut">
              <a:rPr lang="th-TH" smtClean="0"/>
              <a:t>19/04/69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F0D9-0CBF-4681-A551-3A629C052EC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25454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emf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DAFC3-B171-5ABD-6750-454C69CD7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3"/>
            <a:ext cx="7886700" cy="4581029"/>
          </a:xfrm>
        </p:spPr>
        <p:txBody>
          <a:bodyPr/>
          <a:lstStyle/>
          <a:p>
            <a:pPr algn="ctr"/>
            <a:r>
              <a:rPr lang="af-ZA" dirty="0"/>
              <a:t>Backend / Admin Dashboard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089134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C26-CC9D-39AF-F0A6-765900838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: Rounded Corners 6">
            <a:extLst>
              <a:ext uri="{FF2B5EF4-FFF2-40B4-BE49-F238E27FC236}">
                <a16:creationId xmlns:a16="http://schemas.microsoft.com/office/drawing/2014/main" id="{55C7763B-A0A7-BC8C-D5F5-F353E777E8E6}"/>
              </a:ext>
            </a:extLst>
          </p:cNvPr>
          <p:cNvSpPr/>
          <p:nvPr/>
        </p:nvSpPr>
        <p:spPr>
          <a:xfrm rot="16200000">
            <a:off x="5136016" y="-2597178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2221156C-F2C7-EDFB-E053-6093B780B461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Project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(15)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6B4ABE-819B-EE7A-1622-2855C3DB3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426419"/>
              </p:ext>
            </p:extLst>
          </p:nvPr>
        </p:nvGraphicFramePr>
        <p:xfrm>
          <a:off x="1628315" y="2000278"/>
          <a:ext cx="7508421" cy="2691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61225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1441415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1583767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3393619">
                  <a:extLst>
                    <a:ext uri="{9D8B030D-6E8A-4147-A177-3AD203B41FA5}">
                      <a16:colId xmlns:a16="http://schemas.microsoft.com/office/drawing/2014/main" val="1677784249"/>
                    </a:ext>
                  </a:extLst>
                </a:gridCol>
                <a:gridCol w="728395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Customer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Remark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Action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โครงการส่งน้ำ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มหาสารคาม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สำนัก 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การไฟฟ้า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การประปา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ทดสอบ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ลำปลายมาศ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8" name="Rectangle: Rounded Corners 6">
            <a:extLst>
              <a:ext uri="{FF2B5EF4-FFF2-40B4-BE49-F238E27FC236}">
                <a16:creationId xmlns:a16="http://schemas.microsoft.com/office/drawing/2014/main" id="{D98CE356-EA99-9E2C-E12A-C1F028BF41BA}"/>
              </a:ext>
            </a:extLst>
          </p:cNvPr>
          <p:cNvSpPr/>
          <p:nvPr/>
        </p:nvSpPr>
        <p:spPr>
          <a:xfrm rot="16200000">
            <a:off x="5143278" y="-2005675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8A2478B-65A4-C891-D60F-319C4C23D1C8}"/>
              </a:ext>
            </a:extLst>
          </p:cNvPr>
          <p:cNvSpPr/>
          <p:nvPr/>
        </p:nvSpPr>
        <p:spPr>
          <a:xfrm>
            <a:off x="8422144" y="1615029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Add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D5BB50-5CF9-8B85-077B-E03873B9EB47}"/>
              </a:ext>
            </a:extLst>
          </p:cNvPr>
          <p:cNvGrpSpPr/>
          <p:nvPr/>
        </p:nvGrpSpPr>
        <p:grpSpPr>
          <a:xfrm>
            <a:off x="1733446" y="1056102"/>
            <a:ext cx="2151998" cy="256198"/>
            <a:chOff x="201705" y="645906"/>
            <a:chExt cx="4316580" cy="256198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0A13CC6-4617-48AB-B75D-E9F40890069F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E0EE078-5551-E519-7970-4C101BD62D98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1FC2E9-7926-864C-3469-42D0D8D2C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083130"/>
              </p:ext>
            </p:extLst>
          </p:nvPr>
        </p:nvGraphicFramePr>
        <p:xfrm>
          <a:off x="0" y="542630"/>
          <a:ext cx="1583907" cy="4195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81305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9866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39614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558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5011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5E028B9-ED24-F198-B9A0-D01B3A6D65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277771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Station 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C9ACEAD-96F0-68E8-2272-936D0C997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EA712EF-D4CF-6DCE-EE9C-3F78C4FC6CE9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E4C6504-ADD8-0435-4834-1EF5B2FF8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4" name="Flowchart: Connector 13">
              <a:extLst>
                <a:ext uri="{FF2B5EF4-FFF2-40B4-BE49-F238E27FC236}">
                  <a16:creationId xmlns:a16="http://schemas.microsoft.com/office/drawing/2014/main" id="{B0E06258-51FE-DE25-0299-A43A18FA2372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5014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5A7785-41FD-25DC-F2EE-D4F288242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6">
            <a:extLst>
              <a:ext uri="{FF2B5EF4-FFF2-40B4-BE49-F238E27FC236}">
                <a16:creationId xmlns:a16="http://schemas.microsoft.com/office/drawing/2014/main" id="{C1E75AA0-CFAA-AB15-3959-C569C2C155D1}"/>
              </a:ext>
            </a:extLst>
          </p:cNvPr>
          <p:cNvSpPr/>
          <p:nvPr/>
        </p:nvSpPr>
        <p:spPr>
          <a:xfrm rot="16200000">
            <a:off x="4245210" y="-1698753"/>
            <a:ext cx="2282621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0" name="Rectangle: Rounded Corners 6">
            <a:extLst>
              <a:ext uri="{FF2B5EF4-FFF2-40B4-BE49-F238E27FC236}">
                <a16:creationId xmlns:a16="http://schemas.microsoft.com/office/drawing/2014/main" id="{C4B3A48B-3E8C-D11E-1C4E-C4D910CF43F4}"/>
              </a:ext>
            </a:extLst>
          </p:cNvPr>
          <p:cNvSpPr/>
          <p:nvPr/>
        </p:nvSpPr>
        <p:spPr>
          <a:xfrm>
            <a:off x="162867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Project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- Edit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999D3B8-07B4-98C9-777B-4654879DC560}"/>
              </a:ext>
            </a:extLst>
          </p:cNvPr>
          <p:cNvGrpSpPr/>
          <p:nvPr/>
        </p:nvGrpSpPr>
        <p:grpSpPr>
          <a:xfrm>
            <a:off x="1659403" y="1335472"/>
            <a:ext cx="2226041" cy="427369"/>
            <a:chOff x="53186" y="448089"/>
            <a:chExt cx="4465099" cy="427369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8867B8B-C031-D13D-FA7C-F0802368314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8B57C16-5665-B80B-10B1-07DAE8CCC5F1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Project Name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1F0240C-175D-99E4-BEA0-3B02A0714EE7}"/>
              </a:ext>
            </a:extLst>
          </p:cNvPr>
          <p:cNvGrpSpPr/>
          <p:nvPr/>
        </p:nvGrpSpPr>
        <p:grpSpPr>
          <a:xfrm>
            <a:off x="1654784" y="1734677"/>
            <a:ext cx="2226041" cy="427369"/>
            <a:chOff x="53186" y="448089"/>
            <a:chExt cx="4465099" cy="427369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7ED695F-E7F5-A3FD-DEB3-478901A53102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65D143F-54BB-1432-4D0D-EA9DB13F7B2F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Customer Name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A4615C7-C1E7-AF76-72D6-85037DCE885C}"/>
              </a:ext>
            </a:extLst>
          </p:cNvPr>
          <p:cNvGrpSpPr/>
          <p:nvPr/>
        </p:nvGrpSpPr>
        <p:grpSpPr>
          <a:xfrm>
            <a:off x="1685384" y="908859"/>
            <a:ext cx="951266" cy="374028"/>
            <a:chOff x="1654784" y="1931142"/>
            <a:chExt cx="951266" cy="374028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7BD8A9B-B988-E8E7-CE56-1A0C60F24E5E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475ECAF-CFB2-8FAD-BEDA-6279EB45AC7A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sp>
        <p:nvSpPr>
          <p:cNvPr id="41" name="Rectangle: Rounded Corners 6">
            <a:extLst>
              <a:ext uri="{FF2B5EF4-FFF2-40B4-BE49-F238E27FC236}">
                <a16:creationId xmlns:a16="http://schemas.microsoft.com/office/drawing/2014/main" id="{A4EB2052-7F9B-4329-434E-02A9AEBC4CF2}"/>
              </a:ext>
            </a:extLst>
          </p:cNvPr>
          <p:cNvSpPr/>
          <p:nvPr/>
        </p:nvSpPr>
        <p:spPr>
          <a:xfrm rot="16200000">
            <a:off x="5137661" y="-118365"/>
            <a:ext cx="49699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18D93847-4FA7-ADC7-A6FF-35B4837E9549}"/>
              </a:ext>
            </a:extLst>
          </p:cNvPr>
          <p:cNvSpPr/>
          <p:nvPr/>
        </p:nvSpPr>
        <p:spPr>
          <a:xfrm>
            <a:off x="8414882" y="3517471"/>
            <a:ext cx="623795" cy="27427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Delete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3FF0047-15AA-B764-024F-29843DA2ED97}"/>
              </a:ext>
            </a:extLst>
          </p:cNvPr>
          <p:cNvGrpSpPr/>
          <p:nvPr/>
        </p:nvGrpSpPr>
        <p:grpSpPr>
          <a:xfrm>
            <a:off x="1728827" y="3517471"/>
            <a:ext cx="1309136" cy="274276"/>
            <a:chOff x="201705" y="1222678"/>
            <a:chExt cx="1309136" cy="274276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CDE210A7-22E6-5257-7404-C9D79E7CC001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Save</a:t>
              </a:r>
              <a:endPara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7EDA1A25-7F75-855C-F1C3-97E48F32B203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Cancel</a:t>
              </a:r>
              <a:endPara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BF6A618-BC52-2602-18B9-7C2A382378E1}"/>
              </a:ext>
            </a:extLst>
          </p:cNvPr>
          <p:cNvGrpSpPr/>
          <p:nvPr/>
        </p:nvGrpSpPr>
        <p:grpSpPr>
          <a:xfrm>
            <a:off x="1659403" y="2156213"/>
            <a:ext cx="2226041" cy="427369"/>
            <a:chOff x="53186" y="448089"/>
            <a:chExt cx="4465099" cy="427369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D3152460-2849-F294-F5FE-AE8104169D5E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90276E4-8710-FDAD-D319-DEF16B693B96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Order</a:t>
              </a:r>
            </a:p>
          </p:txBody>
        </p:sp>
      </p:grp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9556EB36-684F-488A-E41A-77F0A56474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437300"/>
              </p:ext>
            </p:extLst>
          </p:nvPr>
        </p:nvGraphicFramePr>
        <p:xfrm>
          <a:off x="0" y="542630"/>
          <a:ext cx="1583907" cy="4195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81305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9866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39614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558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501105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6AE1EAE2-7083-9857-F387-83F9E3648F0E}"/>
              </a:ext>
            </a:extLst>
          </p:cNvPr>
          <p:cNvGrpSpPr/>
          <p:nvPr/>
        </p:nvGrpSpPr>
        <p:grpSpPr>
          <a:xfrm>
            <a:off x="1657039" y="2631206"/>
            <a:ext cx="2226041" cy="427369"/>
            <a:chOff x="53186" y="448089"/>
            <a:chExt cx="4465099" cy="427369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7BD3329-B7A3-6B69-DEFA-24C26064B58A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53530BC-2B80-38F8-A3E4-3A8544712B74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Remark</a:t>
              </a:r>
            </a:p>
          </p:txBody>
        </p:sp>
      </p:grp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043162C-70D6-5D46-D82E-A05F34DCF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859427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Station 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9D9EE576-B73F-621D-EF75-F41E417DE9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2FB7F18-06C8-0651-E037-05BF1921A01E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1EB254F-94BB-CDE5-F7D5-084FB55C3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2" name="Flowchart: Connector 11">
              <a:extLst>
                <a:ext uri="{FF2B5EF4-FFF2-40B4-BE49-F238E27FC236}">
                  <a16:creationId xmlns:a16="http://schemas.microsoft.com/office/drawing/2014/main" id="{321ADE1C-39E9-8479-9A5D-4CC641B0166F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8403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C26-CC9D-39AF-F0A6-765900838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2221156C-F2C7-EDFB-E053-6093B780B461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River Basin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(30)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6B4ABE-819B-EE7A-1622-2855C3DB3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292814"/>
              </p:ext>
            </p:extLst>
          </p:nvPr>
        </p:nvGraphicFramePr>
        <p:xfrm>
          <a:off x="1628316" y="1995047"/>
          <a:ext cx="7508422" cy="2691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63334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1552321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4514582">
                  <a:extLst>
                    <a:ext uri="{9D8B030D-6E8A-4147-A177-3AD203B41FA5}">
                      <a16:colId xmlns:a16="http://schemas.microsoft.com/office/drawing/2014/main" val="1998184098"/>
                    </a:ext>
                  </a:extLst>
                </a:gridCol>
                <a:gridCol w="1078185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Remark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Action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จันทบุรี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โขง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ปัตตานี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บางปะกง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ห้วยหลวง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ตาปี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ชีใหม่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4" name="Rectangle: Rounded Corners 6">
            <a:extLst>
              <a:ext uri="{FF2B5EF4-FFF2-40B4-BE49-F238E27FC236}">
                <a16:creationId xmlns:a16="http://schemas.microsoft.com/office/drawing/2014/main" id="{D9DA696B-B93E-9578-B640-E4A9D3A4EE2B}"/>
              </a:ext>
            </a:extLst>
          </p:cNvPr>
          <p:cNvSpPr/>
          <p:nvPr/>
        </p:nvSpPr>
        <p:spPr>
          <a:xfrm rot="16200000">
            <a:off x="5136016" y="-2597178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AF912F9-8911-1E19-9894-7E0DD62C0806}"/>
              </a:ext>
            </a:extLst>
          </p:cNvPr>
          <p:cNvSpPr/>
          <p:nvPr/>
        </p:nvSpPr>
        <p:spPr>
          <a:xfrm rot="16200000">
            <a:off x="5143278" y="-2005675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A38D462-ABC3-8824-52CC-F7561E4F61F6}"/>
              </a:ext>
            </a:extLst>
          </p:cNvPr>
          <p:cNvSpPr/>
          <p:nvPr/>
        </p:nvSpPr>
        <p:spPr>
          <a:xfrm>
            <a:off x="8422144" y="1615029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Add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903B0D3-940A-6575-5F1D-F7BA87127A6E}"/>
              </a:ext>
            </a:extLst>
          </p:cNvPr>
          <p:cNvGrpSpPr/>
          <p:nvPr/>
        </p:nvGrpSpPr>
        <p:grpSpPr>
          <a:xfrm>
            <a:off x="1733446" y="1056102"/>
            <a:ext cx="2151998" cy="256198"/>
            <a:chOff x="201705" y="645906"/>
            <a:chExt cx="4316580" cy="25619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B60F719-E831-DA48-900A-2CFC24EDED03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C58E0D0-30A4-15A3-EC01-D8E93BDCE915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60712E-595B-20BD-A3BB-0F856F12E6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760669"/>
              </p:ext>
            </p:extLst>
          </p:nvPr>
        </p:nvGraphicFramePr>
        <p:xfrm>
          <a:off x="0" y="542630"/>
          <a:ext cx="1583907" cy="359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81305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9866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50110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CD1050E-5A49-0DA7-C456-37404B95F8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389257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Station 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0ED2EEC8-B4B8-2A37-E64B-32B5242455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39BB6FB-367E-9C70-D571-97634017A4B2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39C5746-C7DB-2942-1BDC-12038F3DE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39A1AED6-0111-0282-3971-8D08F0D602A2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3474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13EE74-B7AD-669B-D89E-9932B9DE4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6">
            <a:extLst>
              <a:ext uri="{FF2B5EF4-FFF2-40B4-BE49-F238E27FC236}">
                <a16:creationId xmlns:a16="http://schemas.microsoft.com/office/drawing/2014/main" id="{8059FB84-0149-F550-E91E-AE8800CE06A4}"/>
              </a:ext>
            </a:extLst>
          </p:cNvPr>
          <p:cNvSpPr/>
          <p:nvPr/>
        </p:nvSpPr>
        <p:spPr>
          <a:xfrm rot="16200000">
            <a:off x="5130397" y="-578464"/>
            <a:ext cx="49699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78A9460F-9BE3-F682-9831-DC074A9AE9F6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River Basin - Edit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45BF9C5-E962-A18B-1D12-B10115A5D4E3}"/>
              </a:ext>
            </a:extLst>
          </p:cNvPr>
          <p:cNvSpPr/>
          <p:nvPr/>
        </p:nvSpPr>
        <p:spPr>
          <a:xfrm>
            <a:off x="8407618" y="3057372"/>
            <a:ext cx="623795" cy="27427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Delete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Rectangle: Rounded Corners 6">
            <a:extLst>
              <a:ext uri="{FF2B5EF4-FFF2-40B4-BE49-F238E27FC236}">
                <a16:creationId xmlns:a16="http://schemas.microsoft.com/office/drawing/2014/main" id="{687CCEDD-8421-0C05-C301-319E2E39E457}"/>
              </a:ext>
            </a:extLst>
          </p:cNvPr>
          <p:cNvSpPr/>
          <p:nvPr/>
        </p:nvSpPr>
        <p:spPr>
          <a:xfrm rot="16200000">
            <a:off x="4459363" y="-1920529"/>
            <a:ext cx="1839069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17AEF3B-A1AC-E6A4-06B3-6445C6000918}"/>
              </a:ext>
            </a:extLst>
          </p:cNvPr>
          <p:cNvGrpSpPr/>
          <p:nvPr/>
        </p:nvGrpSpPr>
        <p:grpSpPr>
          <a:xfrm>
            <a:off x="1654784" y="1672590"/>
            <a:ext cx="2226041" cy="427369"/>
            <a:chOff x="53186" y="448089"/>
            <a:chExt cx="4465099" cy="42736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F84163B-F4B2-5518-2CD2-32A05EA51D82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AC6D28-1D04-D6DE-7C3D-2EF0FCD6451E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Order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2119B69-EB52-18B1-290D-D13A70A1AE7A}"/>
              </a:ext>
            </a:extLst>
          </p:cNvPr>
          <p:cNvGrpSpPr/>
          <p:nvPr/>
        </p:nvGrpSpPr>
        <p:grpSpPr>
          <a:xfrm>
            <a:off x="1721563" y="3057372"/>
            <a:ext cx="1309136" cy="274276"/>
            <a:chOff x="201705" y="1222678"/>
            <a:chExt cx="1309136" cy="274276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A38896DD-599F-D595-98E8-391B6DBEE5D5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Save</a:t>
              </a:r>
              <a:endPara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5751D94-00B6-98EC-EF2C-ABE0128538FB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Cancel</a:t>
              </a:r>
              <a:endPara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147CADB-DEC6-1FD2-6B92-A3E8E992CE61}"/>
              </a:ext>
            </a:extLst>
          </p:cNvPr>
          <p:cNvGrpSpPr/>
          <p:nvPr/>
        </p:nvGrpSpPr>
        <p:grpSpPr>
          <a:xfrm>
            <a:off x="1659402" y="1273385"/>
            <a:ext cx="2226042" cy="427369"/>
            <a:chOff x="53184" y="448089"/>
            <a:chExt cx="4465101" cy="427369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880AD1E-51DD-E8B7-3951-FD2BA4C709BB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4DAF77F-4606-3BFF-F01C-5524DFAA3510}"/>
                </a:ext>
              </a:extLst>
            </p:cNvPr>
            <p:cNvSpPr txBox="1"/>
            <p:nvPr/>
          </p:nvSpPr>
          <p:spPr>
            <a:xfrm>
              <a:off x="53184" y="448089"/>
              <a:ext cx="241848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Watershed Name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D61468F-D18A-9B76-A034-4848DA75D2CD}"/>
              </a:ext>
            </a:extLst>
          </p:cNvPr>
          <p:cNvGrpSpPr/>
          <p:nvPr/>
        </p:nvGrpSpPr>
        <p:grpSpPr>
          <a:xfrm>
            <a:off x="1685384" y="908859"/>
            <a:ext cx="951266" cy="374028"/>
            <a:chOff x="1654784" y="1931142"/>
            <a:chExt cx="951266" cy="37402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261DD3A-0A7D-E44F-D9EE-9082B9AEAB20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56DE53D-F540-FFB3-E861-A10C4A361545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E8B03CB-BB90-C3A6-A168-3923966588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058540"/>
              </p:ext>
            </p:extLst>
          </p:nvPr>
        </p:nvGraphicFramePr>
        <p:xfrm>
          <a:off x="0" y="542630"/>
          <a:ext cx="1583907" cy="359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81305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9866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501105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7BCADB36-1ACF-2437-EA2B-F8203B1EFAF5}"/>
              </a:ext>
            </a:extLst>
          </p:cNvPr>
          <p:cNvGrpSpPr/>
          <p:nvPr/>
        </p:nvGrpSpPr>
        <p:grpSpPr>
          <a:xfrm>
            <a:off x="1659403" y="2156213"/>
            <a:ext cx="2226041" cy="427369"/>
            <a:chOff x="53186" y="448089"/>
            <a:chExt cx="4465099" cy="427369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73AACAB4-6F11-AD96-877C-1EA6B40BCF45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486A76C-666B-6A85-BE69-571883277876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Remark</a:t>
              </a:r>
            </a:p>
          </p:txBody>
        </p:sp>
      </p:grp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9D9D6EBE-113D-3EEF-4D8F-9AB468B7CF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630635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Station 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32" name="Picture 31">
            <a:extLst>
              <a:ext uri="{FF2B5EF4-FFF2-40B4-BE49-F238E27FC236}">
                <a16:creationId xmlns:a16="http://schemas.microsoft.com/office/drawing/2014/main" id="{96AC9BD2-505C-CEA5-FED3-BDAA0B9917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367213B5-8F4D-28E4-6E3B-D67E954A2B24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81E297C4-21A7-E591-7CC3-4C8E9174D4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35" name="Flowchart: Connector 34">
              <a:extLst>
                <a:ext uri="{FF2B5EF4-FFF2-40B4-BE49-F238E27FC236}">
                  <a16:creationId xmlns:a16="http://schemas.microsoft.com/office/drawing/2014/main" id="{DC0AF278-BE3C-49B1-0BEE-1A65CBF89722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7328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C26-CC9D-39AF-F0A6-765900838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2221156C-F2C7-EDFB-E053-6093B780B461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Station (15)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6B4ABE-819B-EE7A-1622-2855C3DB3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048308"/>
              </p:ext>
            </p:extLst>
          </p:nvPr>
        </p:nvGraphicFramePr>
        <p:xfrm>
          <a:off x="1624683" y="1995047"/>
          <a:ext cx="7522946" cy="2691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9159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1191214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1214905">
                  <a:extLst>
                    <a:ext uri="{9D8B030D-6E8A-4147-A177-3AD203B41FA5}">
                      <a16:colId xmlns:a16="http://schemas.microsoft.com/office/drawing/2014/main" val="3416276808"/>
                    </a:ext>
                  </a:extLst>
                </a:gridCol>
                <a:gridCol w="1229591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957072">
                  <a:extLst>
                    <a:ext uri="{9D8B030D-6E8A-4147-A177-3AD203B41FA5}">
                      <a16:colId xmlns:a16="http://schemas.microsoft.com/office/drawing/2014/main" val="1478680236"/>
                    </a:ext>
                  </a:extLst>
                </a:gridCol>
                <a:gridCol w="2017255">
                  <a:extLst>
                    <a:ext uri="{9D8B030D-6E8A-4147-A177-3AD203B41FA5}">
                      <a16:colId xmlns:a16="http://schemas.microsoft.com/office/drawing/2014/main" val="2047957105"/>
                    </a:ext>
                  </a:extLst>
                </a:gridCol>
                <a:gridCol w="613750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Site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Site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Remark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Action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โครงการส่งน้ำ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โครงการส่งน้ำ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TC.01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มหาสารคาม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มหาสารคาม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TC.02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สำนัก 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ชายฝั่งทะเลตะวันออก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สำนัก 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TC.03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การไฟฟ้า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การไฟฟ้า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TC.04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การประปา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การประปา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TC.05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ทดสอบ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ทดสอบ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TC.06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ลำปลายมาศ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ลำปลายมาศ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TC.07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TC.08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4" name="Rectangle: Rounded Corners 6">
            <a:extLst>
              <a:ext uri="{FF2B5EF4-FFF2-40B4-BE49-F238E27FC236}">
                <a16:creationId xmlns:a16="http://schemas.microsoft.com/office/drawing/2014/main" id="{CE86C028-6960-C8DC-0C90-2B50914FD7CF}"/>
              </a:ext>
            </a:extLst>
          </p:cNvPr>
          <p:cNvSpPr/>
          <p:nvPr/>
        </p:nvSpPr>
        <p:spPr>
          <a:xfrm rot="16200000">
            <a:off x="5136016" y="-2597178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61FC74A-E66D-BED1-DF52-A9F412BAB4B2}"/>
              </a:ext>
            </a:extLst>
          </p:cNvPr>
          <p:cNvSpPr/>
          <p:nvPr/>
        </p:nvSpPr>
        <p:spPr>
          <a:xfrm rot="16200000">
            <a:off x="5143278" y="-2005675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12EF5E-130C-D9CB-DA6B-B4DE2E2667B9}"/>
              </a:ext>
            </a:extLst>
          </p:cNvPr>
          <p:cNvSpPr/>
          <p:nvPr/>
        </p:nvSpPr>
        <p:spPr>
          <a:xfrm>
            <a:off x="8422144" y="1615029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Add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5CD2B76-126B-A756-B4D1-DD729F0D6C24}"/>
              </a:ext>
            </a:extLst>
          </p:cNvPr>
          <p:cNvGrpSpPr/>
          <p:nvPr/>
        </p:nvGrpSpPr>
        <p:grpSpPr>
          <a:xfrm>
            <a:off x="1733446" y="1056102"/>
            <a:ext cx="2151998" cy="256198"/>
            <a:chOff x="201705" y="645906"/>
            <a:chExt cx="4316580" cy="25619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4AD53F5-97E2-C248-2C5F-CB20A012EBD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A37CFD6-27F8-969D-0BC7-17E05D973BCA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115439-4C28-9DD2-E30D-FB6920033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443617"/>
              </p:ext>
            </p:extLst>
          </p:nvPr>
        </p:nvGraphicFramePr>
        <p:xfrm>
          <a:off x="0" y="542630"/>
          <a:ext cx="1583907" cy="359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81305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ysClr val="windowText" lastClr="00000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9866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5011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3CD79CE-388D-7B63-5A4C-6B482A03E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142148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Station 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2577D7A5-79EE-17CD-B512-675DC0FF14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EAC768C-FDF5-0E03-0290-8E1B0D34F84E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6608906-0056-FBA6-78A3-059E1DBEA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8356605B-A77A-E7F1-D8FA-4C6648FD20EF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17034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CF6CA9-5D2D-3395-FC8E-649356623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6">
            <a:extLst>
              <a:ext uri="{FF2B5EF4-FFF2-40B4-BE49-F238E27FC236}">
                <a16:creationId xmlns:a16="http://schemas.microsoft.com/office/drawing/2014/main" id="{9C020444-7DB6-9210-B9FE-80A5CD419D9C}"/>
              </a:ext>
            </a:extLst>
          </p:cNvPr>
          <p:cNvSpPr/>
          <p:nvPr/>
        </p:nvSpPr>
        <p:spPr>
          <a:xfrm rot="16200000">
            <a:off x="5153316" y="24710152"/>
            <a:ext cx="49699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" name="Rectangle: Rounded Corners 6">
            <a:extLst>
              <a:ext uri="{FF2B5EF4-FFF2-40B4-BE49-F238E27FC236}">
                <a16:creationId xmlns:a16="http://schemas.microsoft.com/office/drawing/2014/main" id="{2AA130C6-60EB-EE32-5536-7C2BD045939D}"/>
              </a:ext>
            </a:extLst>
          </p:cNvPr>
          <p:cNvSpPr/>
          <p:nvPr/>
        </p:nvSpPr>
        <p:spPr>
          <a:xfrm rot="16200000">
            <a:off x="3447898" y="11193601"/>
            <a:ext cx="3941487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1" name="Rectangle: Rounded Corners 6">
            <a:extLst>
              <a:ext uri="{FF2B5EF4-FFF2-40B4-BE49-F238E27FC236}">
                <a16:creationId xmlns:a16="http://schemas.microsoft.com/office/drawing/2014/main" id="{9ED8A93A-23D3-921E-F4AF-97D622E6A9B6}"/>
              </a:ext>
            </a:extLst>
          </p:cNvPr>
          <p:cNvSpPr/>
          <p:nvPr/>
        </p:nvSpPr>
        <p:spPr>
          <a:xfrm rot="16200000">
            <a:off x="1291792" y="1263585"/>
            <a:ext cx="8214664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D614CDBE-140E-993C-5BCD-D20801919246}"/>
              </a:ext>
            </a:extLst>
          </p:cNvPr>
          <p:cNvSpPr/>
          <p:nvPr/>
        </p:nvSpPr>
        <p:spPr>
          <a:xfrm>
            <a:off x="1641279" y="540951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Station</a:t>
            </a:r>
            <a:r>
              <a:rPr lang="th-TH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- Edit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0086DA8-53F8-D32F-333D-D1DF71795035}"/>
              </a:ext>
            </a:extLst>
          </p:cNvPr>
          <p:cNvGrpSpPr/>
          <p:nvPr/>
        </p:nvGrpSpPr>
        <p:grpSpPr>
          <a:xfrm>
            <a:off x="1673317" y="1321751"/>
            <a:ext cx="2226041" cy="427369"/>
            <a:chOff x="53186" y="448089"/>
            <a:chExt cx="4465099" cy="427369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42820B69-3139-2EEF-3EA7-6479C018A07A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45CCD58-4C42-1515-AB9C-5615825C6909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Project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2F54FE6-768F-334B-D37A-A9D032902D2B}"/>
              </a:ext>
            </a:extLst>
          </p:cNvPr>
          <p:cNvGrpSpPr/>
          <p:nvPr/>
        </p:nvGrpSpPr>
        <p:grpSpPr>
          <a:xfrm>
            <a:off x="4008711" y="1313449"/>
            <a:ext cx="2226041" cy="427369"/>
            <a:chOff x="53186" y="448089"/>
            <a:chExt cx="4465099" cy="427369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46688F3E-8F26-A512-E019-11A9E8A725D7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EAAFDAA-42AA-FDF8-46FC-4C4CD6E61F70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River Basin</a:t>
              </a:r>
            </a:p>
          </p:txBody>
        </p:sp>
      </p:grp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0CD159EE-A46F-11C1-04C5-6662E8710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225681"/>
              </p:ext>
            </p:extLst>
          </p:nvPr>
        </p:nvGraphicFramePr>
        <p:xfrm>
          <a:off x="4087673" y="1754236"/>
          <a:ext cx="2147080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ชายฝั่งทะเลตะวันออก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สาละวิน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952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โขงตะวันออกเฉียงเหนือ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BA3D44A5-3190-8083-DCA6-EAE5EC0206CD}"/>
              </a:ext>
            </a:extLst>
          </p:cNvPr>
          <p:cNvGrpSpPr/>
          <p:nvPr/>
        </p:nvGrpSpPr>
        <p:grpSpPr>
          <a:xfrm>
            <a:off x="1744482" y="28345988"/>
            <a:ext cx="1309136" cy="274276"/>
            <a:chOff x="201705" y="1222678"/>
            <a:chExt cx="1309136" cy="274276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A19A9F94-DC77-907C-EFCD-62BB0C0ED3D8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Save</a:t>
              </a:r>
              <a:endPara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0DA35CC8-942B-4D26-69CD-58E1A932616D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Cancel</a:t>
              </a:r>
              <a:endPara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F6AA04F-2EE4-F76E-E0CE-181F5FA02C65}"/>
              </a:ext>
            </a:extLst>
          </p:cNvPr>
          <p:cNvGrpSpPr/>
          <p:nvPr/>
        </p:nvGrpSpPr>
        <p:grpSpPr>
          <a:xfrm>
            <a:off x="4008712" y="2792289"/>
            <a:ext cx="2226041" cy="427369"/>
            <a:chOff x="53186" y="448089"/>
            <a:chExt cx="4465099" cy="427369"/>
          </a:xfrm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8F2BC4B1-2483-1202-E746-0294F07EE9B4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8CB9B14-8788-11ED-DCDE-019B5CC372F9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Site Install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05BBB12-AAEC-10BC-6830-E0ACD0597E92}"/>
              </a:ext>
            </a:extLst>
          </p:cNvPr>
          <p:cNvGrpSpPr/>
          <p:nvPr/>
        </p:nvGrpSpPr>
        <p:grpSpPr>
          <a:xfrm>
            <a:off x="1684258" y="7098742"/>
            <a:ext cx="2226041" cy="427369"/>
            <a:chOff x="53186" y="448089"/>
            <a:chExt cx="4465099" cy="427369"/>
          </a:xfrm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E74C35DB-EFE0-218C-EFA3-D76B50C47AAA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DA2BE73-BAE9-B9F6-E6D0-3A1671C1450E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Site Name</a:t>
              </a:r>
            </a:p>
            <a:p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5121768-9C3A-67D8-DFF1-5E9D5467C8C1}"/>
              </a:ext>
            </a:extLst>
          </p:cNvPr>
          <p:cNvGrpSpPr/>
          <p:nvPr/>
        </p:nvGrpSpPr>
        <p:grpSpPr>
          <a:xfrm>
            <a:off x="1684258" y="7531890"/>
            <a:ext cx="2221123" cy="427369"/>
            <a:chOff x="53186" y="448089"/>
            <a:chExt cx="4455234" cy="427369"/>
          </a:xfrm>
        </p:grpSpPr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A8BFE951-2DC0-A248-9CB6-31B987B028FB}"/>
                </a:ext>
              </a:extLst>
            </p:cNvPr>
            <p:cNvSpPr/>
            <p:nvPr/>
          </p:nvSpPr>
          <p:spPr>
            <a:xfrm>
              <a:off x="201705" y="645906"/>
              <a:ext cx="4306715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C81E632A-7399-ECB7-08B2-E4DBB0737284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Address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58B5C2F-4CD8-8760-0DC7-EE1CCAD6E6F4}"/>
              </a:ext>
            </a:extLst>
          </p:cNvPr>
          <p:cNvGrpSpPr/>
          <p:nvPr/>
        </p:nvGrpSpPr>
        <p:grpSpPr>
          <a:xfrm>
            <a:off x="1674760" y="8075805"/>
            <a:ext cx="2226041" cy="427369"/>
            <a:chOff x="53186" y="448089"/>
            <a:chExt cx="4465099" cy="427369"/>
          </a:xfrm>
        </p:grpSpPr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E18B5C7C-173E-C33A-BC6D-ECE6E7096DF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8D75241-92E9-8AFB-5DED-04875C876665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Latitude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18F75BB-E0AB-2C95-8F5F-7DD743CBC711}"/>
              </a:ext>
            </a:extLst>
          </p:cNvPr>
          <p:cNvGrpSpPr/>
          <p:nvPr/>
        </p:nvGrpSpPr>
        <p:grpSpPr>
          <a:xfrm>
            <a:off x="3957038" y="8090950"/>
            <a:ext cx="2226041" cy="427369"/>
            <a:chOff x="53186" y="448089"/>
            <a:chExt cx="4465099" cy="427369"/>
          </a:xfrm>
        </p:grpSpPr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3EC3157E-9560-01AD-81C1-9A1512AB468F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105814C-637C-121D-A952-D63B4078AD81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Longitude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B6CD311-961C-00D0-25A9-B6467A331EEC}"/>
              </a:ext>
            </a:extLst>
          </p:cNvPr>
          <p:cNvGrpSpPr/>
          <p:nvPr/>
        </p:nvGrpSpPr>
        <p:grpSpPr>
          <a:xfrm>
            <a:off x="1780155" y="14011096"/>
            <a:ext cx="2151998" cy="427369"/>
            <a:chOff x="201705" y="448089"/>
            <a:chExt cx="4316580" cy="427369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02BFFF2-7679-2454-36BC-03E1BFC9E56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101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250F4D4-3DAE-9488-78A1-0B8315BD6740}"/>
                </a:ext>
              </a:extLst>
            </p:cNvPr>
            <p:cNvSpPr txBox="1"/>
            <p:nvPr/>
          </p:nvSpPr>
          <p:spPr>
            <a:xfrm>
              <a:off x="600696" y="448089"/>
              <a:ext cx="275064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Velocity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- ความเร็วกระแสน้ำ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43A1720-4289-347B-D7E0-3642ED16250D}"/>
              </a:ext>
            </a:extLst>
          </p:cNvPr>
          <p:cNvGrpSpPr/>
          <p:nvPr/>
        </p:nvGrpSpPr>
        <p:grpSpPr>
          <a:xfrm>
            <a:off x="1801558" y="14560016"/>
            <a:ext cx="2151998" cy="427369"/>
            <a:chOff x="201705" y="448089"/>
            <a:chExt cx="4316580" cy="42736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C0F5C874-F26B-34C1-430F-7F51607283FA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100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5182341-9D73-9931-9E90-0D36D4582A0C}"/>
                </a:ext>
              </a:extLst>
            </p:cNvPr>
            <p:cNvSpPr txBox="1"/>
            <p:nvPr/>
          </p:nvSpPr>
          <p:spPr>
            <a:xfrm>
              <a:off x="696514" y="448089"/>
              <a:ext cx="2355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Direction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- ทิศทางการไหล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34" name="Rectangle: Rounded Corners 6">
            <a:extLst>
              <a:ext uri="{FF2B5EF4-FFF2-40B4-BE49-F238E27FC236}">
                <a16:creationId xmlns:a16="http://schemas.microsoft.com/office/drawing/2014/main" id="{5D7F038B-C0CE-F822-CB5C-C997DE2781F2}"/>
              </a:ext>
            </a:extLst>
          </p:cNvPr>
          <p:cNvSpPr/>
          <p:nvPr/>
        </p:nvSpPr>
        <p:spPr>
          <a:xfrm rot="16200000">
            <a:off x="3595157" y="7322530"/>
            <a:ext cx="3607937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41B2648-7003-B110-65FE-B5D40E176C68}"/>
              </a:ext>
            </a:extLst>
          </p:cNvPr>
          <p:cNvGrpSpPr/>
          <p:nvPr/>
        </p:nvGrpSpPr>
        <p:grpSpPr>
          <a:xfrm>
            <a:off x="1735791" y="10684437"/>
            <a:ext cx="1856351" cy="427369"/>
            <a:chOff x="102660" y="448089"/>
            <a:chExt cx="4415625" cy="42736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1CA6D1E9-44B6-1591-9DF2-D0B202A2D6E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D321CE5-558A-F4EA-326D-AF66713E0449}"/>
                </a:ext>
              </a:extLst>
            </p:cNvPr>
            <p:cNvSpPr txBox="1"/>
            <p:nvPr/>
          </p:nvSpPr>
          <p:spPr>
            <a:xfrm>
              <a:off x="102660" y="448089"/>
              <a:ext cx="41825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ZEROGATE_UP -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ศูนย์เสาระดับ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E187758-F900-8CC2-3CC1-6DD3CEDA7AEE}"/>
              </a:ext>
            </a:extLst>
          </p:cNvPr>
          <p:cNvGrpSpPr/>
          <p:nvPr/>
        </p:nvGrpSpPr>
        <p:grpSpPr>
          <a:xfrm>
            <a:off x="1701545" y="9810030"/>
            <a:ext cx="1877150" cy="427369"/>
            <a:chOff x="53186" y="448089"/>
            <a:chExt cx="4465099" cy="427369"/>
          </a:xfrm>
        </p:grpSpPr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3163CD61-0D28-A791-AB45-6EEC1790B90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2660802-1D72-9F11-9860-10EC30511199}"/>
                </a:ext>
              </a:extLst>
            </p:cNvPr>
            <p:cNvSpPr txBox="1"/>
            <p:nvPr/>
          </p:nvSpPr>
          <p:spPr>
            <a:xfrm>
              <a:off x="53186" y="448089"/>
              <a:ext cx="40946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LEFT_BANK_WL_UP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ระดับตลิ่งซ้าย 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C04C7A57-3649-A41D-850A-2D6665A85B1F}"/>
              </a:ext>
            </a:extLst>
          </p:cNvPr>
          <p:cNvGrpSpPr/>
          <p:nvPr/>
        </p:nvGrpSpPr>
        <p:grpSpPr>
          <a:xfrm>
            <a:off x="1709869" y="10200122"/>
            <a:ext cx="1996592" cy="427369"/>
            <a:chOff x="53178" y="448089"/>
            <a:chExt cx="5686571" cy="427369"/>
          </a:xfrm>
        </p:grpSpPr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2494D83A-4188-C765-2EB5-5484B941F883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2D600A14-E553-3567-9B0D-2BF51489B09C}"/>
                </a:ext>
              </a:extLst>
            </p:cNvPr>
            <p:cNvSpPr txBox="1"/>
            <p:nvPr/>
          </p:nvSpPr>
          <p:spPr>
            <a:xfrm>
              <a:off x="53178" y="448089"/>
              <a:ext cx="56865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RIGHT_BANK_WL_UP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ระดับตลิ่งขวา 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93" name="Rectangle: Rounded Corners 6">
            <a:extLst>
              <a:ext uri="{FF2B5EF4-FFF2-40B4-BE49-F238E27FC236}">
                <a16:creationId xmlns:a16="http://schemas.microsoft.com/office/drawing/2014/main" id="{39F28E4D-A053-365B-6F28-E5E73E96FAC1}"/>
              </a:ext>
            </a:extLst>
          </p:cNvPr>
          <p:cNvSpPr/>
          <p:nvPr/>
        </p:nvSpPr>
        <p:spPr>
          <a:xfrm rot="16200000">
            <a:off x="4081154" y="22986468"/>
            <a:ext cx="263594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B7BD739-7349-B7F6-9020-F22F81A5E793}"/>
              </a:ext>
            </a:extLst>
          </p:cNvPr>
          <p:cNvGrpSpPr/>
          <p:nvPr/>
        </p:nvGrpSpPr>
        <p:grpSpPr>
          <a:xfrm>
            <a:off x="1674760" y="8569455"/>
            <a:ext cx="2226041" cy="427369"/>
            <a:chOff x="53186" y="448089"/>
            <a:chExt cx="4465099" cy="427369"/>
          </a:xfrm>
        </p:grpSpPr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1F332451-A6F8-3766-53B6-4403DA4AA2F6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2921D60F-005D-7B54-4E21-6FA6D62FFF21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Remark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6E21A13-51CC-A2A2-CA39-663090B4755E}"/>
              </a:ext>
            </a:extLst>
          </p:cNvPr>
          <p:cNvGrpSpPr/>
          <p:nvPr/>
        </p:nvGrpSpPr>
        <p:grpSpPr>
          <a:xfrm>
            <a:off x="1799017" y="15665601"/>
            <a:ext cx="2151998" cy="427369"/>
            <a:chOff x="201705" y="448089"/>
            <a:chExt cx="4316580" cy="427369"/>
          </a:xfrm>
        </p:grpSpPr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A9E52EC1-A704-1856-EA6B-B2F51D989F24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100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460E73A2-F29D-E5B6-5315-0FC67B770A35}"/>
                </a:ext>
              </a:extLst>
            </p:cNvPr>
            <p:cNvSpPr txBox="1"/>
            <p:nvPr/>
          </p:nvSpPr>
          <p:spPr>
            <a:xfrm>
              <a:off x="751263" y="448089"/>
              <a:ext cx="24144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Water Color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- สีของน้ำ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C79BC00-EC62-E53B-D736-0456271EE2BB}"/>
              </a:ext>
            </a:extLst>
          </p:cNvPr>
          <p:cNvGrpSpPr/>
          <p:nvPr/>
        </p:nvGrpSpPr>
        <p:grpSpPr>
          <a:xfrm>
            <a:off x="1799019" y="15100791"/>
            <a:ext cx="2151998" cy="427369"/>
            <a:chOff x="203972" y="448089"/>
            <a:chExt cx="4316580" cy="427369"/>
          </a:xfrm>
        </p:grpSpPr>
        <p:sp>
          <p:nvSpPr>
            <p:cNvPr id="120" name="Rectangle: Rounded Corners 119">
              <a:extLst>
                <a:ext uri="{FF2B5EF4-FFF2-40B4-BE49-F238E27FC236}">
                  <a16:creationId xmlns:a16="http://schemas.microsoft.com/office/drawing/2014/main" id="{03EAD45B-D65B-23BE-9CFF-30C2AF3DAF42}"/>
                </a:ext>
              </a:extLst>
            </p:cNvPr>
            <p:cNvSpPr/>
            <p:nvPr/>
          </p:nvSpPr>
          <p:spPr>
            <a:xfrm>
              <a:off x="203972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100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341F92D5-EC53-3C94-BA63-FC7B00DF0968}"/>
                </a:ext>
              </a:extLst>
            </p:cNvPr>
            <p:cNvSpPr txBox="1"/>
            <p:nvPr/>
          </p:nvSpPr>
          <p:spPr>
            <a:xfrm>
              <a:off x="723890" y="448089"/>
              <a:ext cx="26367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Garbage -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พื้นที่ตะกอน 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%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02AB60B2-F8BE-BA04-7271-613A03981D34}"/>
              </a:ext>
            </a:extLst>
          </p:cNvPr>
          <p:cNvGrpSpPr/>
          <p:nvPr/>
        </p:nvGrpSpPr>
        <p:grpSpPr>
          <a:xfrm>
            <a:off x="1709869" y="11668329"/>
            <a:ext cx="1877151" cy="427369"/>
            <a:chOff x="53184" y="448089"/>
            <a:chExt cx="4465101" cy="427369"/>
          </a:xfrm>
        </p:grpSpPr>
        <p:sp>
          <p:nvSpPr>
            <p:cNvPr id="123" name="Rectangle: Rounded Corners 122">
              <a:extLst>
                <a:ext uri="{FF2B5EF4-FFF2-40B4-BE49-F238E27FC236}">
                  <a16:creationId xmlns:a16="http://schemas.microsoft.com/office/drawing/2014/main" id="{4FF3213B-5211-F357-BB9D-3B4B348223FF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A70FB424-D75C-AA31-2434-E47048BDEACB}"/>
                </a:ext>
              </a:extLst>
            </p:cNvPr>
            <p:cNvSpPr txBox="1"/>
            <p:nvPr/>
          </p:nvSpPr>
          <p:spPr>
            <a:xfrm>
              <a:off x="53184" y="448089"/>
              <a:ext cx="37979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WARNING_UP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ระดับน้ำเตือนภัย 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472F9824-D909-C9A5-2E05-8B63B995C687}"/>
              </a:ext>
            </a:extLst>
          </p:cNvPr>
          <p:cNvGrpSpPr/>
          <p:nvPr/>
        </p:nvGrpSpPr>
        <p:grpSpPr>
          <a:xfrm>
            <a:off x="1719825" y="12125216"/>
            <a:ext cx="1643012" cy="427369"/>
            <a:chOff x="53186" y="448089"/>
            <a:chExt cx="4650978" cy="427369"/>
          </a:xfrm>
        </p:grpSpPr>
        <p:sp>
          <p:nvSpPr>
            <p:cNvPr id="126" name="Rectangle: Rounded Corners 125">
              <a:extLst>
                <a:ext uri="{FF2B5EF4-FFF2-40B4-BE49-F238E27FC236}">
                  <a16:creationId xmlns:a16="http://schemas.microsoft.com/office/drawing/2014/main" id="{E01CD2B9-E8EE-FBF9-742D-BC0BE6860F9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32D776D0-40F5-CD53-8730-B47751D4258A}"/>
                </a:ext>
              </a:extLst>
            </p:cNvPr>
            <p:cNvSpPr txBox="1"/>
            <p:nvPr/>
          </p:nvSpPr>
          <p:spPr>
            <a:xfrm>
              <a:off x="53186" y="448089"/>
              <a:ext cx="465097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CRITICAL_UP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ระดับน้ำวิกฤต 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3" name="Group 70">
            <a:extLst>
              <a:ext uri="{FF2B5EF4-FFF2-40B4-BE49-F238E27FC236}">
                <a16:creationId xmlns:a16="http://schemas.microsoft.com/office/drawing/2014/main" id="{E0ADBDEC-5429-19AB-35D9-9D7D2FF9AB17}"/>
              </a:ext>
            </a:extLst>
          </p:cNvPr>
          <p:cNvGrpSpPr/>
          <p:nvPr/>
        </p:nvGrpSpPr>
        <p:grpSpPr>
          <a:xfrm>
            <a:off x="1670057" y="25483136"/>
            <a:ext cx="951266" cy="374028"/>
            <a:chOff x="1654784" y="1931142"/>
            <a:chExt cx="951266" cy="374028"/>
          </a:xfrm>
        </p:grpSpPr>
        <p:sp>
          <p:nvSpPr>
            <p:cNvPr id="6" name="Rectangle 71">
              <a:extLst>
                <a:ext uri="{FF2B5EF4-FFF2-40B4-BE49-F238E27FC236}">
                  <a16:creationId xmlns:a16="http://schemas.microsoft.com/office/drawing/2014/main" id="{253B8AE6-7446-E108-6919-01E725187DF1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7" name="TextBox 72">
              <a:extLst>
                <a:ext uri="{FF2B5EF4-FFF2-40B4-BE49-F238E27FC236}">
                  <a16:creationId xmlns:a16="http://schemas.microsoft.com/office/drawing/2014/main" id="{70C39DB6-695E-2EC8-210A-6A796945886A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HTTP</a:t>
              </a:r>
            </a:p>
          </p:txBody>
        </p:sp>
      </p:grpSp>
      <p:sp>
        <p:nvSpPr>
          <p:cNvPr id="144" name="Rectangle: Rounded Corners 6">
            <a:extLst>
              <a:ext uri="{FF2B5EF4-FFF2-40B4-BE49-F238E27FC236}">
                <a16:creationId xmlns:a16="http://schemas.microsoft.com/office/drawing/2014/main" id="{A5BBF1E9-9170-4677-4FFD-249D17D8CEF9}"/>
              </a:ext>
            </a:extLst>
          </p:cNvPr>
          <p:cNvSpPr/>
          <p:nvPr/>
        </p:nvSpPr>
        <p:spPr>
          <a:xfrm rot="16200000">
            <a:off x="2922953" y="19072005"/>
            <a:ext cx="4952346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51" name="Group 70">
            <a:extLst>
              <a:ext uri="{FF2B5EF4-FFF2-40B4-BE49-F238E27FC236}">
                <a16:creationId xmlns:a16="http://schemas.microsoft.com/office/drawing/2014/main" id="{B91DDA34-AE79-85E8-724A-65306161D68E}"/>
              </a:ext>
            </a:extLst>
          </p:cNvPr>
          <p:cNvGrpSpPr/>
          <p:nvPr/>
        </p:nvGrpSpPr>
        <p:grpSpPr>
          <a:xfrm>
            <a:off x="1691207" y="20449423"/>
            <a:ext cx="3419879" cy="374028"/>
            <a:chOff x="1654783" y="1931142"/>
            <a:chExt cx="3419879" cy="374028"/>
          </a:xfrm>
        </p:grpSpPr>
        <p:sp>
          <p:nvSpPr>
            <p:cNvPr id="152" name="Rectangle 71">
              <a:extLst>
                <a:ext uri="{FF2B5EF4-FFF2-40B4-BE49-F238E27FC236}">
                  <a16:creationId xmlns:a16="http://schemas.microsoft.com/office/drawing/2014/main" id="{E9389276-9C06-853F-C3AC-EFDDD61FEE43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53" name="TextBox 72">
              <a:extLst>
                <a:ext uri="{FF2B5EF4-FFF2-40B4-BE49-F238E27FC236}">
                  <a16:creationId xmlns:a16="http://schemas.microsoft.com/office/drawing/2014/main" id="{69B3F340-4847-17E4-7AD2-83465E8D4C5B}"/>
                </a:ext>
              </a:extLst>
            </p:cNvPr>
            <p:cNvSpPr txBox="1"/>
            <p:nvPr/>
          </p:nvSpPr>
          <p:spPr>
            <a:xfrm>
              <a:off x="1654783" y="1931142"/>
              <a:ext cx="341987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Upload CSV FTP</a:t>
              </a:r>
            </a:p>
          </p:txBody>
        </p:sp>
      </p:grpSp>
      <p:grpSp>
        <p:nvGrpSpPr>
          <p:cNvPr id="209" name="Group 118">
            <a:extLst>
              <a:ext uri="{FF2B5EF4-FFF2-40B4-BE49-F238E27FC236}">
                <a16:creationId xmlns:a16="http://schemas.microsoft.com/office/drawing/2014/main" id="{97BF1FED-A2C8-8755-A8CF-EC98C6B2D0BD}"/>
              </a:ext>
            </a:extLst>
          </p:cNvPr>
          <p:cNvGrpSpPr/>
          <p:nvPr/>
        </p:nvGrpSpPr>
        <p:grpSpPr>
          <a:xfrm>
            <a:off x="1815055" y="16251246"/>
            <a:ext cx="2151998" cy="427369"/>
            <a:chOff x="201705" y="448089"/>
            <a:chExt cx="4316580" cy="427369"/>
          </a:xfrm>
        </p:grpSpPr>
        <p:sp>
          <p:nvSpPr>
            <p:cNvPr id="210" name="Rectangle: Rounded Corners 119">
              <a:extLst>
                <a:ext uri="{FF2B5EF4-FFF2-40B4-BE49-F238E27FC236}">
                  <a16:creationId xmlns:a16="http://schemas.microsoft.com/office/drawing/2014/main" id="{EE806EEC-BBE1-995F-F2CB-0394AE6FB5B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100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11" name="TextBox 120">
              <a:extLst>
                <a:ext uri="{FF2B5EF4-FFF2-40B4-BE49-F238E27FC236}">
                  <a16:creationId xmlns:a16="http://schemas.microsoft.com/office/drawing/2014/main" id="{C5B22179-39D2-80CA-FE62-D4CB792E7F40}"/>
                </a:ext>
              </a:extLst>
            </p:cNvPr>
            <p:cNvSpPr txBox="1"/>
            <p:nvPr/>
          </p:nvSpPr>
          <p:spPr>
            <a:xfrm>
              <a:off x="737579" y="448089"/>
              <a:ext cx="237588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ระดับน้ำฝน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(Rainfall Level)</a:t>
              </a:r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B7C78BC9-6359-0CAD-4654-2D1FB2AB23F1}"/>
              </a:ext>
            </a:extLst>
          </p:cNvPr>
          <p:cNvGrpSpPr/>
          <p:nvPr/>
        </p:nvGrpSpPr>
        <p:grpSpPr>
          <a:xfrm>
            <a:off x="1676685" y="6676688"/>
            <a:ext cx="2226041" cy="427369"/>
            <a:chOff x="53186" y="448089"/>
            <a:chExt cx="4465099" cy="427369"/>
          </a:xfrm>
        </p:grpSpPr>
        <p:sp>
          <p:nvSpPr>
            <p:cNvPr id="169" name="Rectangle: Rounded Corners 168">
              <a:extLst>
                <a:ext uri="{FF2B5EF4-FFF2-40B4-BE49-F238E27FC236}">
                  <a16:creationId xmlns:a16="http://schemas.microsoft.com/office/drawing/2014/main" id="{AD4F8A32-5A46-5874-B317-E690CEDE257C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A795CFAA-B1F1-CD83-08B2-CC0EC4C70093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Site Code</a:t>
              </a: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A3F6FC-51AD-21E7-4855-2A445C3B5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688847"/>
              </p:ext>
            </p:extLst>
          </p:nvPr>
        </p:nvGraphicFramePr>
        <p:xfrm>
          <a:off x="1743402" y="1777881"/>
          <a:ext cx="2147080" cy="9753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โครงการส่งน้ำ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ชายฝั่งทะเลตะวันออก (</a:t>
                      </a: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จันทบุรี</a:t>
                      </a:r>
                      <a:r>
                        <a:rPr lang="th-TH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ชายฝั่งทะเลตะวันออก (</a:t>
                      </a: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ตราด</a:t>
                      </a:r>
                      <a:r>
                        <a:rPr lang="th-TH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9526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โขงตะวันออกเฉียงเหนือ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051175"/>
                  </a:ext>
                </a:extLst>
              </a:tr>
            </a:tbl>
          </a:graphicData>
        </a:graphic>
      </p:graphicFrame>
      <p:graphicFrame>
        <p:nvGraphicFramePr>
          <p:cNvPr id="71" name="Table 70">
            <a:extLst>
              <a:ext uri="{FF2B5EF4-FFF2-40B4-BE49-F238E27FC236}">
                <a16:creationId xmlns:a16="http://schemas.microsoft.com/office/drawing/2014/main" id="{A4A4160C-A53E-D90D-3048-C974C7FF1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613478"/>
              </p:ext>
            </p:extLst>
          </p:nvPr>
        </p:nvGraphicFramePr>
        <p:xfrm>
          <a:off x="4087673" y="3264783"/>
          <a:ext cx="2147080" cy="121920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เขื่อน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อ่างเก็บน้ำ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ปตร.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384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ฝาย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519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สะพาน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107444"/>
                  </a:ext>
                </a:extLst>
              </a:tr>
            </a:tbl>
          </a:graphicData>
        </a:graphic>
      </p:graphicFrame>
      <p:grpSp>
        <p:nvGrpSpPr>
          <p:cNvPr id="97" name="Group 96">
            <a:extLst>
              <a:ext uri="{FF2B5EF4-FFF2-40B4-BE49-F238E27FC236}">
                <a16:creationId xmlns:a16="http://schemas.microsoft.com/office/drawing/2014/main" id="{E624C668-E566-029A-5DA3-7D10571C2E03}"/>
              </a:ext>
            </a:extLst>
          </p:cNvPr>
          <p:cNvGrpSpPr/>
          <p:nvPr/>
        </p:nvGrpSpPr>
        <p:grpSpPr>
          <a:xfrm>
            <a:off x="1664440" y="2797776"/>
            <a:ext cx="2226041" cy="427369"/>
            <a:chOff x="53186" y="448089"/>
            <a:chExt cx="4465099" cy="427369"/>
          </a:xfrm>
        </p:grpSpPr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E1D7C7AC-2FAF-C7C4-827B-4619C5D1E623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5E27CEC9-A17B-8B8C-ECCD-8FA843558DCD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Measured_Value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aphicFrame>
        <p:nvGraphicFramePr>
          <p:cNvPr id="134" name="Table 133">
            <a:extLst>
              <a:ext uri="{FF2B5EF4-FFF2-40B4-BE49-F238E27FC236}">
                <a16:creationId xmlns:a16="http://schemas.microsoft.com/office/drawing/2014/main" id="{BBB21817-76BB-FE66-DD33-9E926B1114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948217"/>
              </p:ext>
            </p:extLst>
          </p:nvPr>
        </p:nvGraphicFramePr>
        <p:xfrm>
          <a:off x="1743401" y="3256520"/>
          <a:ext cx="2147080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ระดับน้ำ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ปริมาณน้ำฝน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ระดับน้ำ และปริมาณน้ำฝน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384340"/>
                  </a:ext>
                </a:extLst>
              </a:tr>
            </a:tbl>
          </a:graphicData>
        </a:graphic>
      </p:graphicFrame>
      <p:grpSp>
        <p:nvGrpSpPr>
          <p:cNvPr id="30" name="Group 29">
            <a:extLst>
              <a:ext uri="{FF2B5EF4-FFF2-40B4-BE49-F238E27FC236}">
                <a16:creationId xmlns:a16="http://schemas.microsoft.com/office/drawing/2014/main" id="{B70133B2-60BD-E166-EA49-97F52085C795}"/>
              </a:ext>
            </a:extLst>
          </p:cNvPr>
          <p:cNvGrpSpPr/>
          <p:nvPr/>
        </p:nvGrpSpPr>
        <p:grpSpPr>
          <a:xfrm>
            <a:off x="4015457" y="6652831"/>
            <a:ext cx="2102250" cy="1189247"/>
            <a:chOff x="6501390" y="4148853"/>
            <a:chExt cx="2102250" cy="1189247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6F70E922-AE18-457D-5E5E-F24AC667F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02311" y="4333931"/>
              <a:ext cx="1372630" cy="779813"/>
            </a:xfrm>
            <a:prstGeom prst="rect">
              <a:avLst/>
            </a:prstGeom>
          </p:spPr>
        </p:pic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2B174FCF-5EAF-01CC-FF8E-8E58B1CB7494}"/>
                </a:ext>
              </a:extLst>
            </p:cNvPr>
            <p:cNvSpPr/>
            <p:nvPr/>
          </p:nvSpPr>
          <p:spPr>
            <a:xfrm>
              <a:off x="6602311" y="5177846"/>
              <a:ext cx="1159682" cy="160254"/>
            </a:xfrm>
            <a:prstGeom prst="roundRect">
              <a:avLst>
                <a:gd name="adj" fmla="val 33402"/>
              </a:avLst>
            </a:prstGeom>
            <a:solidFill>
              <a:schemeClr val="bg2">
                <a:lumMod val="7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Choose File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ED0F78A-8518-E1E3-E50A-0A1CA802E2C3}"/>
                </a:ext>
              </a:extLst>
            </p:cNvPr>
            <p:cNvSpPr txBox="1"/>
            <p:nvPr/>
          </p:nvSpPr>
          <p:spPr>
            <a:xfrm>
              <a:off x="6501390" y="4148853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Picture</a:t>
              </a: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A47FE554-4048-D77D-FB98-31005AACD802}"/>
                </a:ext>
              </a:extLst>
            </p:cNvPr>
            <p:cNvSpPr/>
            <p:nvPr/>
          </p:nvSpPr>
          <p:spPr>
            <a:xfrm>
              <a:off x="8050532" y="4940541"/>
              <a:ext cx="553108" cy="160254"/>
            </a:xfrm>
            <a:prstGeom prst="roundRect">
              <a:avLst>
                <a:gd name="adj" fmla="val 33402"/>
              </a:avLst>
            </a:prstGeom>
            <a:solidFill>
              <a:srgbClr val="FF0000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Delete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B0AC32D-5B63-44D6-6183-8056B2BE4830}"/>
              </a:ext>
            </a:extLst>
          </p:cNvPr>
          <p:cNvGrpSpPr/>
          <p:nvPr/>
        </p:nvGrpSpPr>
        <p:grpSpPr>
          <a:xfrm>
            <a:off x="-679951" y="11381918"/>
            <a:ext cx="2226042" cy="427369"/>
            <a:chOff x="53184" y="448089"/>
            <a:chExt cx="4465101" cy="427369"/>
          </a:xfrm>
        </p:grpSpPr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DC9D4C55-E8DF-F930-A0CD-68C292B802B7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100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EC34CFEF-CA80-60BF-6CC1-75C667AE37D1}"/>
                </a:ext>
              </a:extLst>
            </p:cNvPr>
            <p:cNvSpPr txBox="1"/>
            <p:nvPr/>
          </p:nvSpPr>
          <p:spPr>
            <a:xfrm>
              <a:off x="53184" y="448089"/>
              <a:ext cx="410872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AreaID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036ED45-5D87-5827-4CA6-74B32AA681AA}"/>
              </a:ext>
            </a:extLst>
          </p:cNvPr>
          <p:cNvGrpSpPr/>
          <p:nvPr/>
        </p:nvGrpSpPr>
        <p:grpSpPr>
          <a:xfrm>
            <a:off x="-679951" y="10934005"/>
            <a:ext cx="2226042" cy="427369"/>
            <a:chOff x="53184" y="448089"/>
            <a:chExt cx="4465101" cy="427369"/>
          </a:xfrm>
        </p:grpSpPr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6E81E291-5AAA-7EF8-CC99-BDEEE58CDB36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100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2C2F3401-11EA-460C-C1A8-708320DA5308}"/>
                </a:ext>
              </a:extLst>
            </p:cNvPr>
            <p:cNvSpPr txBox="1"/>
            <p:nvPr/>
          </p:nvSpPr>
          <p:spPr>
            <a:xfrm>
              <a:off x="53184" y="448089"/>
              <a:ext cx="22634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SamplingID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53AF390C-8AF3-DDB7-CA92-BF244FA6E5CF}"/>
              </a:ext>
            </a:extLst>
          </p:cNvPr>
          <p:cNvGrpSpPr/>
          <p:nvPr/>
        </p:nvGrpSpPr>
        <p:grpSpPr>
          <a:xfrm>
            <a:off x="-715160" y="11962754"/>
            <a:ext cx="2226042" cy="427369"/>
            <a:chOff x="4031996" y="8856952"/>
            <a:chExt cx="2226042" cy="427369"/>
          </a:xfrm>
        </p:grpSpPr>
        <p:sp>
          <p:nvSpPr>
            <p:cNvPr id="131" name="Rectangle: Rounded Corners 130">
              <a:extLst>
                <a:ext uri="{FF2B5EF4-FFF2-40B4-BE49-F238E27FC236}">
                  <a16:creationId xmlns:a16="http://schemas.microsoft.com/office/drawing/2014/main" id="{3FD5D610-B6A0-2886-A000-C2B9B750DD0C}"/>
                </a:ext>
              </a:extLst>
            </p:cNvPr>
            <p:cNvSpPr/>
            <p:nvPr/>
          </p:nvSpPr>
          <p:spPr>
            <a:xfrm>
              <a:off x="4106040" y="9054769"/>
              <a:ext cx="2151998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100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02E77C09-1EBE-4AFC-E764-5232FE14409A}"/>
                </a:ext>
              </a:extLst>
            </p:cNvPr>
            <p:cNvSpPr txBox="1"/>
            <p:nvPr/>
          </p:nvSpPr>
          <p:spPr>
            <a:xfrm>
              <a:off x="4031996" y="8856952"/>
              <a:ext cx="100046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BoxID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ABB7A47A-ECEF-57ED-1052-104B24E90AE5}"/>
              </a:ext>
            </a:extLst>
          </p:cNvPr>
          <p:cNvSpPr txBox="1"/>
          <p:nvPr/>
        </p:nvSpPr>
        <p:spPr>
          <a:xfrm>
            <a:off x="1758594" y="13111745"/>
            <a:ext cx="4439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Sensor – 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เซ็นเซอร์ (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Mapping SQL </a:t>
            </a:r>
            <a:r>
              <a:rPr lang="en-US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DataSensor</a:t>
            </a:r>
            <a:r>
              <a:rPr 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TO </a:t>
            </a:r>
            <a:r>
              <a:rPr lang="en-US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DataStation</a:t>
            </a:r>
            <a:r>
              <a:rPr lang="th-TH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endParaRPr lang="th-TH" dirty="0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4E4E184-970F-4E9B-50F5-68215811888C}"/>
              </a:ext>
            </a:extLst>
          </p:cNvPr>
          <p:cNvGrpSpPr/>
          <p:nvPr/>
        </p:nvGrpSpPr>
        <p:grpSpPr>
          <a:xfrm>
            <a:off x="4090418" y="13727033"/>
            <a:ext cx="2176321" cy="247630"/>
            <a:chOff x="4057600" y="5956362"/>
            <a:chExt cx="2176321" cy="247630"/>
          </a:xfrm>
        </p:grpSpPr>
        <p:sp>
          <p:nvSpPr>
            <p:cNvPr id="62" name="TextBox 107">
              <a:extLst>
                <a:ext uri="{FF2B5EF4-FFF2-40B4-BE49-F238E27FC236}">
                  <a16:creationId xmlns:a16="http://schemas.microsoft.com/office/drawing/2014/main" id="{EC3B7E03-408F-568E-90E1-E6381B54A686}"/>
                </a:ext>
              </a:extLst>
            </p:cNvPr>
            <p:cNvSpPr txBox="1"/>
            <p:nvPr/>
          </p:nvSpPr>
          <p:spPr>
            <a:xfrm>
              <a:off x="4279812" y="5956362"/>
              <a:ext cx="13377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MSL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61C2937B-40E6-74AE-AC79-E049E8C3555D}"/>
                </a:ext>
              </a:extLst>
            </p:cNvPr>
            <p:cNvSpPr/>
            <p:nvPr/>
          </p:nvSpPr>
          <p:spPr>
            <a:xfrm>
              <a:off x="4057600" y="5985406"/>
              <a:ext cx="188133" cy="18813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0" name="TextBox 107">
              <a:extLst>
                <a:ext uri="{FF2B5EF4-FFF2-40B4-BE49-F238E27FC236}">
                  <a16:creationId xmlns:a16="http://schemas.microsoft.com/office/drawing/2014/main" id="{2C73FE94-3726-2FE5-5E36-5A192C2871C4}"/>
                </a:ext>
              </a:extLst>
            </p:cNvPr>
            <p:cNvSpPr txBox="1"/>
            <p:nvPr/>
          </p:nvSpPr>
          <p:spPr>
            <a:xfrm>
              <a:off x="4896183" y="5957771"/>
              <a:ext cx="13377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SL</a:t>
              </a: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55C3285A-DDC8-8D9D-CF76-05E28ACF4591}"/>
                </a:ext>
              </a:extLst>
            </p:cNvPr>
            <p:cNvSpPr/>
            <p:nvPr/>
          </p:nvSpPr>
          <p:spPr>
            <a:xfrm>
              <a:off x="4673971" y="5986815"/>
              <a:ext cx="188133" cy="18813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70F6FC0-42BD-849F-D0DC-E6017319264C}"/>
              </a:ext>
            </a:extLst>
          </p:cNvPr>
          <p:cNvGrpSpPr/>
          <p:nvPr/>
        </p:nvGrpSpPr>
        <p:grpSpPr>
          <a:xfrm>
            <a:off x="7974941" y="13671034"/>
            <a:ext cx="2176321" cy="247630"/>
            <a:chOff x="4057600" y="5956362"/>
            <a:chExt cx="2176321" cy="247630"/>
          </a:xfrm>
        </p:grpSpPr>
        <p:sp>
          <p:nvSpPr>
            <p:cNvPr id="133" name="TextBox 107">
              <a:extLst>
                <a:ext uri="{FF2B5EF4-FFF2-40B4-BE49-F238E27FC236}">
                  <a16:creationId xmlns:a16="http://schemas.microsoft.com/office/drawing/2014/main" id="{4972E016-C9D7-EF31-5183-F3CDD7C6C03C}"/>
                </a:ext>
              </a:extLst>
            </p:cNvPr>
            <p:cNvSpPr txBox="1"/>
            <p:nvPr/>
          </p:nvSpPr>
          <p:spPr>
            <a:xfrm>
              <a:off x="4279812" y="5956362"/>
              <a:ext cx="13377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MSL</a:t>
              </a: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F2787CB6-28A8-C284-BECD-9DC3C39E747E}"/>
                </a:ext>
              </a:extLst>
            </p:cNvPr>
            <p:cNvSpPr/>
            <p:nvPr/>
          </p:nvSpPr>
          <p:spPr>
            <a:xfrm>
              <a:off x="4057600" y="5985406"/>
              <a:ext cx="188133" cy="18813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38" name="TextBox 107">
              <a:extLst>
                <a:ext uri="{FF2B5EF4-FFF2-40B4-BE49-F238E27FC236}">
                  <a16:creationId xmlns:a16="http://schemas.microsoft.com/office/drawing/2014/main" id="{B3EEE742-D34F-F031-9BDE-4A5BCD7050B3}"/>
                </a:ext>
              </a:extLst>
            </p:cNvPr>
            <p:cNvSpPr txBox="1"/>
            <p:nvPr/>
          </p:nvSpPr>
          <p:spPr>
            <a:xfrm>
              <a:off x="4896183" y="5957771"/>
              <a:ext cx="133773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SL</a:t>
              </a: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B3AEB57B-4127-C043-2C8D-89858796268B}"/>
                </a:ext>
              </a:extLst>
            </p:cNvPr>
            <p:cNvSpPr/>
            <p:nvPr/>
          </p:nvSpPr>
          <p:spPr>
            <a:xfrm>
              <a:off x="4673971" y="5986815"/>
              <a:ext cx="188133" cy="18813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518994D9-E2B3-93F6-4EAE-2D6F6546FF21}"/>
              </a:ext>
            </a:extLst>
          </p:cNvPr>
          <p:cNvGrpSpPr/>
          <p:nvPr/>
        </p:nvGrpSpPr>
        <p:grpSpPr>
          <a:xfrm>
            <a:off x="1738118" y="13482811"/>
            <a:ext cx="2376855" cy="476137"/>
            <a:chOff x="1738544" y="9779839"/>
            <a:chExt cx="2376855" cy="476137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89AE556-50A9-33AB-3C4A-CEF9EB6E87DE}"/>
                </a:ext>
              </a:extLst>
            </p:cNvPr>
            <p:cNvSpPr/>
            <p:nvPr/>
          </p:nvSpPr>
          <p:spPr>
            <a:xfrm>
              <a:off x="1738544" y="10026424"/>
              <a:ext cx="2151998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100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4C920F6-6331-2700-DF0C-A1985E145CC1}"/>
                </a:ext>
              </a:extLst>
            </p:cNvPr>
            <p:cNvSpPr txBox="1"/>
            <p:nvPr/>
          </p:nvSpPr>
          <p:spPr>
            <a:xfrm>
              <a:off x="1969300" y="9779839"/>
              <a:ext cx="21460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Water Level Point 1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(UP)</a:t>
              </a:r>
            </a:p>
          </p:txBody>
        </p:sp>
        <p:sp>
          <p:nvSpPr>
            <p:cNvPr id="143" name="Rectangle 71">
              <a:extLst>
                <a:ext uri="{FF2B5EF4-FFF2-40B4-BE49-F238E27FC236}">
                  <a16:creationId xmlns:a16="http://schemas.microsoft.com/office/drawing/2014/main" id="{06DE921D-F3C5-B94A-1E6D-D7AAE22988F2}"/>
                </a:ext>
              </a:extLst>
            </p:cNvPr>
            <p:cNvSpPr/>
            <p:nvPr/>
          </p:nvSpPr>
          <p:spPr>
            <a:xfrm>
              <a:off x="1778096" y="9796083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4D97D50A-AAD4-66A7-1BB6-AF695AAAF15E}"/>
              </a:ext>
            </a:extLst>
          </p:cNvPr>
          <p:cNvGrpSpPr/>
          <p:nvPr/>
        </p:nvGrpSpPr>
        <p:grpSpPr>
          <a:xfrm>
            <a:off x="5653450" y="13491011"/>
            <a:ext cx="2291322" cy="439016"/>
            <a:chOff x="1738544" y="10322602"/>
            <a:chExt cx="2291322" cy="439016"/>
          </a:xfrm>
        </p:grpSpPr>
        <p:sp>
          <p:nvSpPr>
            <p:cNvPr id="111" name="Rectangle: Rounded Corners 110">
              <a:extLst>
                <a:ext uri="{FF2B5EF4-FFF2-40B4-BE49-F238E27FC236}">
                  <a16:creationId xmlns:a16="http://schemas.microsoft.com/office/drawing/2014/main" id="{6BF93934-1ECC-1116-CCDC-4A99667E1CA5}"/>
                </a:ext>
              </a:extLst>
            </p:cNvPr>
            <p:cNvSpPr/>
            <p:nvPr/>
          </p:nvSpPr>
          <p:spPr>
            <a:xfrm>
              <a:off x="1738544" y="10532066"/>
              <a:ext cx="2151998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101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1E6ECA9C-F42E-DB98-6E29-9F6287115596}"/>
                </a:ext>
              </a:extLst>
            </p:cNvPr>
            <p:cNvSpPr txBox="1"/>
            <p:nvPr/>
          </p:nvSpPr>
          <p:spPr>
            <a:xfrm>
              <a:off x="1981492" y="10334249"/>
              <a:ext cx="204837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Water Level Point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2 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(DOWN)</a:t>
              </a:r>
            </a:p>
          </p:txBody>
        </p:sp>
        <p:sp>
          <p:nvSpPr>
            <p:cNvPr id="146" name="Rectangle 71">
              <a:extLst>
                <a:ext uri="{FF2B5EF4-FFF2-40B4-BE49-F238E27FC236}">
                  <a16:creationId xmlns:a16="http://schemas.microsoft.com/office/drawing/2014/main" id="{BBA5AB5B-6067-ED81-9DEA-FCABABC174DC}"/>
                </a:ext>
              </a:extLst>
            </p:cNvPr>
            <p:cNvSpPr/>
            <p:nvPr/>
          </p:nvSpPr>
          <p:spPr>
            <a:xfrm>
              <a:off x="1784192" y="10322602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50D97ED-02A3-9239-22A7-6A3FDBF729D6}"/>
              </a:ext>
            </a:extLst>
          </p:cNvPr>
          <p:cNvGrpSpPr/>
          <p:nvPr/>
        </p:nvGrpSpPr>
        <p:grpSpPr>
          <a:xfrm>
            <a:off x="1659950" y="5297124"/>
            <a:ext cx="2226041" cy="427369"/>
            <a:chOff x="53186" y="448089"/>
            <a:chExt cx="4465099" cy="427369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36C58816-2F80-DFDA-BF38-EB9C4E0AD84A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1EA963E-88FA-9CCE-DC0D-F67DBF6E782E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Region</a:t>
              </a:r>
            </a:p>
          </p:txBody>
        </p:sp>
      </p:grpSp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76157C9A-E32B-21EE-02D4-5BF995072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141370"/>
              </p:ext>
            </p:extLst>
          </p:nvPr>
        </p:nvGraphicFramePr>
        <p:xfrm>
          <a:off x="1746092" y="5734711"/>
          <a:ext cx="2147080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East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South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952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Central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sp>
        <p:nvSpPr>
          <p:cNvPr id="72" name="TextBox 71">
            <a:extLst>
              <a:ext uri="{FF2B5EF4-FFF2-40B4-BE49-F238E27FC236}">
                <a16:creationId xmlns:a16="http://schemas.microsoft.com/office/drawing/2014/main" id="{058BD205-4EC6-9CC1-F31D-32D032F0DA92}"/>
              </a:ext>
            </a:extLst>
          </p:cNvPr>
          <p:cNvSpPr txBox="1"/>
          <p:nvPr/>
        </p:nvSpPr>
        <p:spPr>
          <a:xfrm>
            <a:off x="1730673" y="9389770"/>
            <a:ext cx="2937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800" i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ข้อมูลท้องน้ำจุดที่ 1</a:t>
            </a:r>
            <a:r>
              <a:rPr lang="en-US" sz="1800" i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( Water Level Point 1)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DB8320CF-C2F0-F9A3-7BB1-9EDF58ED58A4}"/>
              </a:ext>
            </a:extLst>
          </p:cNvPr>
          <p:cNvSpPr txBox="1"/>
          <p:nvPr/>
        </p:nvSpPr>
        <p:spPr>
          <a:xfrm>
            <a:off x="5558981" y="9423731"/>
            <a:ext cx="297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800" i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ข้อมูลท้องน้ำจุดที่ </a:t>
            </a:r>
            <a:r>
              <a:rPr lang="en-US" sz="1800" i="0" dirty="0">
                <a:solidFill>
                  <a:schemeClr val="tx1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2 ( Water Level Point 2)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D4FCE84-5947-D878-4947-88A106F84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976368"/>
              </p:ext>
            </p:extLst>
          </p:nvPr>
        </p:nvGraphicFramePr>
        <p:xfrm>
          <a:off x="0" y="542630"/>
          <a:ext cx="1583907" cy="3595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81305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ysClr val="windowText" lastClr="00000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9866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501105"/>
                  </a:ext>
                </a:extLst>
              </a:tr>
            </a:tbl>
          </a:graphicData>
        </a:graphic>
      </p:graphicFrame>
      <p:grpSp>
        <p:nvGrpSpPr>
          <p:cNvPr id="32" name="Group 31">
            <a:extLst>
              <a:ext uri="{FF2B5EF4-FFF2-40B4-BE49-F238E27FC236}">
                <a16:creationId xmlns:a16="http://schemas.microsoft.com/office/drawing/2014/main" id="{AB96F69B-0EEB-452A-CF4E-D7D2C3C3D380}"/>
              </a:ext>
            </a:extLst>
          </p:cNvPr>
          <p:cNvGrpSpPr/>
          <p:nvPr/>
        </p:nvGrpSpPr>
        <p:grpSpPr>
          <a:xfrm>
            <a:off x="6255230" y="8084854"/>
            <a:ext cx="2226041" cy="427369"/>
            <a:chOff x="53186" y="448089"/>
            <a:chExt cx="4465099" cy="427369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4C2384F4-8305-7A0A-9C44-5D098DE1FDBA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E031DC8-2AB5-5CAE-316A-E7849E060695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Zoom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6C55EDF-4CF2-0BD7-8ACC-DAF25F2D7542}"/>
              </a:ext>
            </a:extLst>
          </p:cNvPr>
          <p:cNvGrpSpPr/>
          <p:nvPr/>
        </p:nvGrpSpPr>
        <p:grpSpPr>
          <a:xfrm>
            <a:off x="1685384" y="908859"/>
            <a:ext cx="951266" cy="374028"/>
            <a:chOff x="1654784" y="1931142"/>
            <a:chExt cx="951266" cy="374028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5655105-6135-3E5E-DEAD-F1A801F07622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9C4E1DD-E761-74B8-33C2-17C66CA7E850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ED9D5FC-DDEB-2192-875F-8B554B59390A}"/>
              </a:ext>
            </a:extLst>
          </p:cNvPr>
          <p:cNvGrpSpPr/>
          <p:nvPr/>
        </p:nvGrpSpPr>
        <p:grpSpPr>
          <a:xfrm>
            <a:off x="1708478" y="11191188"/>
            <a:ext cx="3197419" cy="427120"/>
            <a:chOff x="53182" y="448089"/>
            <a:chExt cx="4505330" cy="427120"/>
          </a:xfrm>
        </p:grpSpPr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ACCDDC2B-754E-0DC8-B3BE-4972A5E24C19}"/>
                </a:ext>
              </a:extLst>
            </p:cNvPr>
            <p:cNvSpPr/>
            <p:nvPr/>
          </p:nvSpPr>
          <p:spPr>
            <a:xfrm>
              <a:off x="241932" y="645657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Current Water Level – </a:t>
              </a:r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ZeroGate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7308B000-6E14-0706-023C-E2A698EDE389}"/>
                </a:ext>
              </a:extLst>
            </p:cNvPr>
            <p:cNvSpPr txBox="1"/>
            <p:nvPr/>
          </p:nvSpPr>
          <p:spPr>
            <a:xfrm>
              <a:off x="53182" y="448089"/>
              <a:ext cx="41825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GROUND_LEVEL</a:t>
              </a:r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_WL_UP -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ระดับท้องน้ำ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38931FFE-9677-709D-826F-35749AD290FA}"/>
              </a:ext>
            </a:extLst>
          </p:cNvPr>
          <p:cNvGrpSpPr/>
          <p:nvPr/>
        </p:nvGrpSpPr>
        <p:grpSpPr>
          <a:xfrm>
            <a:off x="5586274" y="10672368"/>
            <a:ext cx="1877152" cy="427369"/>
            <a:chOff x="53182" y="448089"/>
            <a:chExt cx="4465103" cy="427369"/>
          </a:xfrm>
        </p:grpSpPr>
        <p:sp>
          <p:nvSpPr>
            <p:cNvPr id="140" name="Rectangle: Rounded Corners 139">
              <a:extLst>
                <a:ext uri="{FF2B5EF4-FFF2-40B4-BE49-F238E27FC236}">
                  <a16:creationId xmlns:a16="http://schemas.microsoft.com/office/drawing/2014/main" id="{D157363F-A6C4-8632-11D4-E961CABD828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C47870ED-AE08-A176-8C1E-DE1B6DDB5A69}"/>
                </a:ext>
              </a:extLst>
            </p:cNvPr>
            <p:cNvSpPr txBox="1"/>
            <p:nvPr/>
          </p:nvSpPr>
          <p:spPr>
            <a:xfrm>
              <a:off x="53182" y="448089"/>
              <a:ext cx="41825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ZEROGATE_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DOWN</a:t>
              </a:r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-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ศูนย์เสาระดับ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B3285085-641C-D747-4AB6-574DC33248F2}"/>
              </a:ext>
            </a:extLst>
          </p:cNvPr>
          <p:cNvGrpSpPr/>
          <p:nvPr/>
        </p:nvGrpSpPr>
        <p:grpSpPr>
          <a:xfrm>
            <a:off x="5572829" y="9797961"/>
            <a:ext cx="2281446" cy="427369"/>
            <a:chOff x="53186" y="448089"/>
            <a:chExt cx="5426781" cy="427369"/>
          </a:xfrm>
        </p:grpSpPr>
        <p:sp>
          <p:nvSpPr>
            <p:cNvPr id="148" name="Rectangle: Rounded Corners 147">
              <a:extLst>
                <a:ext uri="{FF2B5EF4-FFF2-40B4-BE49-F238E27FC236}">
                  <a16:creationId xmlns:a16="http://schemas.microsoft.com/office/drawing/2014/main" id="{A49FEC4F-39D1-818E-AF40-F65D5797C0E7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8A98ADF0-D947-6D42-0331-5FE9A2D910C4}"/>
                </a:ext>
              </a:extLst>
            </p:cNvPr>
            <p:cNvSpPr txBox="1"/>
            <p:nvPr/>
          </p:nvSpPr>
          <p:spPr>
            <a:xfrm>
              <a:off x="53186" y="448089"/>
              <a:ext cx="54267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LEFT_BANK_WL_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DOWN</a:t>
              </a:r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ระดับตลิ่งซ้าย 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64C76C7B-25EC-B46D-4BF6-72BD5097C223}"/>
              </a:ext>
            </a:extLst>
          </p:cNvPr>
          <p:cNvGrpSpPr/>
          <p:nvPr/>
        </p:nvGrpSpPr>
        <p:grpSpPr>
          <a:xfrm>
            <a:off x="5581153" y="10188053"/>
            <a:ext cx="1833107" cy="427369"/>
            <a:chOff x="53178" y="448089"/>
            <a:chExt cx="5220943" cy="427369"/>
          </a:xfrm>
        </p:grpSpPr>
        <p:sp>
          <p:nvSpPr>
            <p:cNvPr id="154" name="Rectangle: Rounded Corners 153">
              <a:extLst>
                <a:ext uri="{FF2B5EF4-FFF2-40B4-BE49-F238E27FC236}">
                  <a16:creationId xmlns:a16="http://schemas.microsoft.com/office/drawing/2014/main" id="{5BE1EA10-F308-A53E-C3C7-233512F8A033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3D8463DB-6816-FA8B-90BD-F2C5E749CE86}"/>
                </a:ext>
              </a:extLst>
            </p:cNvPr>
            <p:cNvSpPr txBox="1"/>
            <p:nvPr/>
          </p:nvSpPr>
          <p:spPr>
            <a:xfrm>
              <a:off x="53178" y="448089"/>
              <a:ext cx="52209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RIGHT_BANK_WL_DOWN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ระดับตลิ่งขวา 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44F17CBF-7CE8-AF32-1173-973DFC19EDBD}"/>
              </a:ext>
            </a:extLst>
          </p:cNvPr>
          <p:cNvGrpSpPr/>
          <p:nvPr/>
        </p:nvGrpSpPr>
        <p:grpSpPr>
          <a:xfrm>
            <a:off x="5581152" y="11656260"/>
            <a:ext cx="1877152" cy="427369"/>
            <a:chOff x="53182" y="448089"/>
            <a:chExt cx="4465103" cy="427369"/>
          </a:xfrm>
        </p:grpSpPr>
        <p:sp>
          <p:nvSpPr>
            <p:cNvPr id="157" name="Rectangle: Rounded Corners 156">
              <a:extLst>
                <a:ext uri="{FF2B5EF4-FFF2-40B4-BE49-F238E27FC236}">
                  <a16:creationId xmlns:a16="http://schemas.microsoft.com/office/drawing/2014/main" id="{BB5FFA08-59A7-CBB3-C483-AD1262BAAB3A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6ADB6A96-08C5-36F6-DD83-7039968FB333}"/>
                </a:ext>
              </a:extLst>
            </p:cNvPr>
            <p:cNvSpPr txBox="1"/>
            <p:nvPr/>
          </p:nvSpPr>
          <p:spPr>
            <a:xfrm>
              <a:off x="53182" y="448089"/>
              <a:ext cx="425908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WARNING_DOWN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ระดับน้ำเตือนภัย 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68F6081-2923-B371-7C0B-5CBF01BB603A}"/>
              </a:ext>
            </a:extLst>
          </p:cNvPr>
          <p:cNvGrpSpPr/>
          <p:nvPr/>
        </p:nvGrpSpPr>
        <p:grpSpPr>
          <a:xfrm>
            <a:off x="5591109" y="12113147"/>
            <a:ext cx="1643012" cy="427369"/>
            <a:chOff x="53186" y="448089"/>
            <a:chExt cx="4650978" cy="427369"/>
          </a:xfrm>
        </p:grpSpPr>
        <p:sp>
          <p:nvSpPr>
            <p:cNvPr id="160" name="Rectangle: Rounded Corners 159">
              <a:extLst>
                <a:ext uri="{FF2B5EF4-FFF2-40B4-BE49-F238E27FC236}">
                  <a16:creationId xmlns:a16="http://schemas.microsoft.com/office/drawing/2014/main" id="{695E46DE-B685-3524-E936-E93821288747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4B1F01D8-D1B3-5895-B771-A73B2C9CAB85}"/>
                </a:ext>
              </a:extLst>
            </p:cNvPr>
            <p:cNvSpPr txBox="1"/>
            <p:nvPr/>
          </p:nvSpPr>
          <p:spPr>
            <a:xfrm>
              <a:off x="53186" y="448089"/>
              <a:ext cx="465097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CRITICAL_DOWN –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ระดับน้ำวิกฤต 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B7136D3A-67E2-1C9A-59E8-3B7F33338EEF}"/>
              </a:ext>
            </a:extLst>
          </p:cNvPr>
          <p:cNvGrpSpPr/>
          <p:nvPr/>
        </p:nvGrpSpPr>
        <p:grpSpPr>
          <a:xfrm>
            <a:off x="5579761" y="11179119"/>
            <a:ext cx="2042565" cy="427369"/>
            <a:chOff x="53180" y="448089"/>
            <a:chExt cx="4858564" cy="427369"/>
          </a:xfrm>
        </p:grpSpPr>
        <p:sp>
          <p:nvSpPr>
            <p:cNvPr id="163" name="Rectangle: Rounded Corners 162">
              <a:extLst>
                <a:ext uri="{FF2B5EF4-FFF2-40B4-BE49-F238E27FC236}">
                  <a16:creationId xmlns:a16="http://schemas.microsoft.com/office/drawing/2014/main" id="{1D843F46-AAA2-B76F-0A1D-F94B0338D0A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Current Water Level – </a:t>
              </a:r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ZeroGate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746E32E6-BE10-2736-92B5-D3F55549D23E}"/>
                </a:ext>
              </a:extLst>
            </p:cNvPr>
            <p:cNvSpPr txBox="1"/>
            <p:nvPr/>
          </p:nvSpPr>
          <p:spPr>
            <a:xfrm>
              <a:off x="53180" y="448089"/>
              <a:ext cx="485856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GROUND_LEVEL</a:t>
              </a:r>
              <a:r>
                <a:rPr lang="af-ZA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_WL_DOWN -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ระดับท้องน้ำ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6B2E7ED-B007-84B5-6D5E-7311B150D9B6}"/>
              </a:ext>
            </a:extLst>
          </p:cNvPr>
          <p:cNvGrpSpPr/>
          <p:nvPr/>
        </p:nvGrpSpPr>
        <p:grpSpPr>
          <a:xfrm>
            <a:off x="1664440" y="4714979"/>
            <a:ext cx="2226041" cy="427369"/>
            <a:chOff x="53186" y="448089"/>
            <a:chExt cx="4465099" cy="427369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25AA47F4-6A85-567F-FC52-A642824BBBA9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7411523-F4F5-3A58-51DF-89514E677AAA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cs typeface="TH Sarabun New" panose="020B0500040200020003" pitchFamily="34" charset="-34"/>
                </a:rPr>
                <a:t>DeviceID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105" name="Rectangle: Rounded Corners 6">
            <a:extLst>
              <a:ext uri="{FF2B5EF4-FFF2-40B4-BE49-F238E27FC236}">
                <a16:creationId xmlns:a16="http://schemas.microsoft.com/office/drawing/2014/main" id="{F962E10C-2631-0430-5A31-9F4C0BBC55E1}"/>
              </a:ext>
            </a:extLst>
          </p:cNvPr>
          <p:cNvSpPr/>
          <p:nvPr/>
        </p:nvSpPr>
        <p:spPr>
          <a:xfrm rot="16200000">
            <a:off x="3835300" y="14857866"/>
            <a:ext cx="316668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65" name="Group 70">
            <a:extLst>
              <a:ext uri="{FF2B5EF4-FFF2-40B4-BE49-F238E27FC236}">
                <a16:creationId xmlns:a16="http://schemas.microsoft.com/office/drawing/2014/main" id="{E7148422-A54A-3863-34CF-B7EA13DEBA88}"/>
              </a:ext>
            </a:extLst>
          </p:cNvPr>
          <p:cNvGrpSpPr/>
          <p:nvPr/>
        </p:nvGrpSpPr>
        <p:grpSpPr>
          <a:xfrm>
            <a:off x="1689575" y="17089164"/>
            <a:ext cx="951266" cy="374028"/>
            <a:chOff x="1654784" y="1931142"/>
            <a:chExt cx="951266" cy="374028"/>
          </a:xfrm>
        </p:grpSpPr>
        <p:sp>
          <p:nvSpPr>
            <p:cNvPr id="171" name="Rectangle 71">
              <a:extLst>
                <a:ext uri="{FF2B5EF4-FFF2-40B4-BE49-F238E27FC236}">
                  <a16:creationId xmlns:a16="http://schemas.microsoft.com/office/drawing/2014/main" id="{E1C610E2-BB3F-57DF-8AFB-2AF2F2F67E1D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72" name="TextBox 72">
              <a:extLst>
                <a:ext uri="{FF2B5EF4-FFF2-40B4-BE49-F238E27FC236}">
                  <a16:creationId xmlns:a16="http://schemas.microsoft.com/office/drawing/2014/main" id="{AE2AC818-B71B-DE95-C68A-AC5E7DBC4AF2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API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0174D30-20C6-C6AB-47E9-91C6C5ADF7F8}"/>
              </a:ext>
            </a:extLst>
          </p:cNvPr>
          <p:cNvGrpSpPr/>
          <p:nvPr/>
        </p:nvGrpSpPr>
        <p:grpSpPr>
          <a:xfrm>
            <a:off x="1667287" y="17445785"/>
            <a:ext cx="2813810" cy="431217"/>
            <a:chOff x="1758190" y="1620573"/>
            <a:chExt cx="2813810" cy="431217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835ED826-8952-F323-87AF-E497529974FF}"/>
                </a:ext>
              </a:extLst>
            </p:cNvPr>
            <p:cNvGrpSpPr/>
            <p:nvPr/>
          </p:nvGrpSpPr>
          <p:grpSpPr>
            <a:xfrm>
              <a:off x="1758190" y="1620573"/>
              <a:ext cx="2813810" cy="427369"/>
              <a:chOff x="53184" y="448089"/>
              <a:chExt cx="4465101" cy="427369"/>
            </a:xfrm>
          </p:grpSpPr>
          <p:sp>
            <p:nvSpPr>
              <p:cNvPr id="103" name="Rectangle: Rounded Corners 102">
                <a:extLst>
                  <a:ext uri="{FF2B5EF4-FFF2-40B4-BE49-F238E27FC236}">
                    <a16:creationId xmlns:a16="http://schemas.microsoft.com/office/drawing/2014/main" id="{A2A33D18-24F2-8EA7-60E6-D7D622BEFB70}"/>
                  </a:ext>
                </a:extLst>
              </p:cNvPr>
              <p:cNvSpPr/>
              <p:nvPr/>
            </p:nvSpPr>
            <p:spPr>
              <a:xfrm>
                <a:off x="201705" y="645906"/>
                <a:ext cx="4316580" cy="229552"/>
              </a:xfrm>
              <a:prstGeom prst="roundRect">
                <a:avLst>
                  <a:gd name="adj" fmla="val 33402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/>
                <a:endPara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4DE4B7F3-C4D9-D884-D10F-EE4BF7CDDA6C}"/>
                  </a:ext>
                </a:extLst>
              </p:cNvPr>
              <p:cNvSpPr txBox="1"/>
              <p:nvPr/>
            </p:nvSpPr>
            <p:spPr>
              <a:xfrm>
                <a:off x="53184" y="448089"/>
                <a:ext cx="260565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Server URL (Host URL)</a:t>
                </a:r>
              </a:p>
            </p:txBody>
          </p:sp>
        </p:grpSp>
        <p:sp>
          <p:nvSpPr>
            <p:cNvPr id="92" name="TextBox 72">
              <a:extLst>
                <a:ext uri="{FF2B5EF4-FFF2-40B4-BE49-F238E27FC236}">
                  <a16:creationId xmlns:a16="http://schemas.microsoft.com/office/drawing/2014/main" id="{8BC2A360-222E-84C6-DA6E-9207B9C4153E}"/>
                </a:ext>
              </a:extLst>
            </p:cNvPr>
            <p:cNvSpPr txBox="1"/>
            <p:nvPr/>
          </p:nvSpPr>
          <p:spPr>
            <a:xfrm>
              <a:off x="1845696" y="1805569"/>
              <a:ext cx="183447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http://dl111.decode.co.th/api/v1/latest</a:t>
              </a:r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06A666E1-1E56-5C9B-DE40-D23BE8319B96}"/>
              </a:ext>
            </a:extLst>
          </p:cNvPr>
          <p:cNvGrpSpPr/>
          <p:nvPr/>
        </p:nvGrpSpPr>
        <p:grpSpPr>
          <a:xfrm>
            <a:off x="4591395" y="17920011"/>
            <a:ext cx="2790721" cy="434577"/>
            <a:chOff x="1756022" y="2424595"/>
            <a:chExt cx="2790721" cy="434577"/>
          </a:xfrm>
        </p:grpSpPr>
        <p:sp>
          <p:nvSpPr>
            <p:cNvPr id="175" name="Rectangle: Rounded Corners 97">
              <a:extLst>
                <a:ext uri="{FF2B5EF4-FFF2-40B4-BE49-F238E27FC236}">
                  <a16:creationId xmlns:a16="http://schemas.microsoft.com/office/drawing/2014/main" id="{EF02607D-CBAE-5CD2-9DDB-898B0E7CB17C}"/>
                </a:ext>
              </a:extLst>
            </p:cNvPr>
            <p:cNvSpPr/>
            <p:nvPr/>
          </p:nvSpPr>
          <p:spPr>
            <a:xfrm>
              <a:off x="1848848" y="2622412"/>
              <a:ext cx="2697895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76" name="TextBox 98">
              <a:extLst>
                <a:ext uri="{FF2B5EF4-FFF2-40B4-BE49-F238E27FC236}">
                  <a16:creationId xmlns:a16="http://schemas.microsoft.com/office/drawing/2014/main" id="{24AD3DA4-41D7-4EC8-8754-1B0B5C155174}"/>
                </a:ext>
              </a:extLst>
            </p:cNvPr>
            <p:cNvSpPr txBox="1"/>
            <p:nvPr/>
          </p:nvSpPr>
          <p:spPr>
            <a:xfrm>
              <a:off x="1756022" y="2424595"/>
              <a:ext cx="119257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Value</a:t>
              </a:r>
            </a:p>
          </p:txBody>
        </p:sp>
        <p:sp>
          <p:nvSpPr>
            <p:cNvPr id="177" name="TextBox 72">
              <a:extLst>
                <a:ext uri="{FF2B5EF4-FFF2-40B4-BE49-F238E27FC236}">
                  <a16:creationId xmlns:a16="http://schemas.microsoft.com/office/drawing/2014/main" id="{B77DC9EA-6493-D54B-0CBA-B63C82CF8433}"/>
                </a:ext>
              </a:extLst>
            </p:cNvPr>
            <p:cNvSpPr txBox="1"/>
            <p:nvPr/>
          </p:nvSpPr>
          <p:spPr>
            <a:xfrm>
              <a:off x="1815903" y="2612951"/>
              <a:ext cx="252687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2120D111250514049:3b7e3c4b-2dcb-4f4f-8f3a-1c9e5d6f7a8b</a:t>
              </a:r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09D86DFA-75BC-85B8-C5F4-CC2EBFF6A886}"/>
              </a:ext>
            </a:extLst>
          </p:cNvPr>
          <p:cNvGrpSpPr/>
          <p:nvPr/>
        </p:nvGrpSpPr>
        <p:grpSpPr>
          <a:xfrm>
            <a:off x="1660800" y="17939483"/>
            <a:ext cx="2795040" cy="435703"/>
            <a:chOff x="1751703" y="2011911"/>
            <a:chExt cx="2795040" cy="435703"/>
          </a:xfrm>
        </p:grpSpPr>
        <p:grpSp>
          <p:nvGrpSpPr>
            <p:cNvPr id="179" name="Group 93">
              <a:extLst>
                <a:ext uri="{FF2B5EF4-FFF2-40B4-BE49-F238E27FC236}">
                  <a16:creationId xmlns:a16="http://schemas.microsoft.com/office/drawing/2014/main" id="{D281FCF1-AE21-C5BC-564B-5A8736783C35}"/>
                </a:ext>
              </a:extLst>
            </p:cNvPr>
            <p:cNvGrpSpPr/>
            <p:nvPr/>
          </p:nvGrpSpPr>
          <p:grpSpPr>
            <a:xfrm>
              <a:off x="1751703" y="2011911"/>
              <a:ext cx="2795040" cy="427369"/>
              <a:chOff x="53186" y="448089"/>
              <a:chExt cx="4465099" cy="427369"/>
            </a:xfrm>
          </p:grpSpPr>
          <p:sp>
            <p:nvSpPr>
              <p:cNvPr id="181" name="Rectangle: Rounded Corners 94">
                <a:extLst>
                  <a:ext uri="{FF2B5EF4-FFF2-40B4-BE49-F238E27FC236}">
                    <a16:creationId xmlns:a16="http://schemas.microsoft.com/office/drawing/2014/main" id="{03A633AF-037F-C5D6-2014-65BF84FF7396}"/>
                  </a:ext>
                </a:extLst>
              </p:cNvPr>
              <p:cNvSpPr/>
              <p:nvPr/>
            </p:nvSpPr>
            <p:spPr>
              <a:xfrm>
                <a:off x="201705" y="645906"/>
                <a:ext cx="4316580" cy="229552"/>
              </a:xfrm>
              <a:prstGeom prst="roundRect">
                <a:avLst>
                  <a:gd name="adj" fmla="val 33402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endPara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  <p:sp>
            <p:nvSpPr>
              <p:cNvPr id="182" name="TextBox 95">
                <a:extLst>
                  <a:ext uri="{FF2B5EF4-FFF2-40B4-BE49-F238E27FC236}">
                    <a16:creationId xmlns:a16="http://schemas.microsoft.com/office/drawing/2014/main" id="{BC1E5654-FFED-4A8C-2FDA-0D16CEFB1BE5}"/>
                  </a:ext>
                </a:extLst>
              </p:cNvPr>
              <p:cNvSpPr txBox="1"/>
              <p:nvPr/>
            </p:nvSpPr>
            <p:spPr>
              <a:xfrm>
                <a:off x="53186" y="448089"/>
                <a:ext cx="190809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Header Key</a:t>
                </a:r>
              </a:p>
            </p:txBody>
          </p:sp>
        </p:grpSp>
        <p:sp>
          <p:nvSpPr>
            <p:cNvPr id="180" name="TextBox 72">
              <a:extLst>
                <a:ext uri="{FF2B5EF4-FFF2-40B4-BE49-F238E27FC236}">
                  <a16:creationId xmlns:a16="http://schemas.microsoft.com/office/drawing/2014/main" id="{C56D494E-9049-7E8F-FE9A-D08E0FBA24B2}"/>
                </a:ext>
              </a:extLst>
            </p:cNvPr>
            <p:cNvSpPr txBox="1"/>
            <p:nvPr/>
          </p:nvSpPr>
          <p:spPr>
            <a:xfrm>
              <a:off x="1815903" y="2201393"/>
              <a:ext cx="7981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FF0000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X-API-KEY</a:t>
              </a:r>
            </a:p>
          </p:txBody>
        </p:sp>
      </p:grpSp>
      <p:grpSp>
        <p:nvGrpSpPr>
          <p:cNvPr id="183" name="Group 99">
            <a:extLst>
              <a:ext uri="{FF2B5EF4-FFF2-40B4-BE49-F238E27FC236}">
                <a16:creationId xmlns:a16="http://schemas.microsoft.com/office/drawing/2014/main" id="{B7C9D3A4-83B2-1498-CD93-5A23C629D1E8}"/>
              </a:ext>
            </a:extLst>
          </p:cNvPr>
          <p:cNvGrpSpPr/>
          <p:nvPr/>
        </p:nvGrpSpPr>
        <p:grpSpPr>
          <a:xfrm>
            <a:off x="4604483" y="17430731"/>
            <a:ext cx="1072896" cy="427369"/>
            <a:chOff x="-66202" y="448089"/>
            <a:chExt cx="4692683" cy="427369"/>
          </a:xfrm>
        </p:grpSpPr>
        <p:sp>
          <p:nvSpPr>
            <p:cNvPr id="184" name="Rectangle: Rounded Corners 100">
              <a:extLst>
                <a:ext uri="{FF2B5EF4-FFF2-40B4-BE49-F238E27FC236}">
                  <a16:creationId xmlns:a16="http://schemas.microsoft.com/office/drawing/2014/main" id="{FE8CE3B5-A9E4-8487-9839-DE89DC1B3636}"/>
                </a:ext>
              </a:extLst>
            </p:cNvPr>
            <p:cNvSpPr/>
            <p:nvPr/>
          </p:nvSpPr>
          <p:spPr>
            <a:xfrm>
              <a:off x="201705" y="645906"/>
              <a:ext cx="4424776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85" name="TextBox 101">
              <a:extLst>
                <a:ext uri="{FF2B5EF4-FFF2-40B4-BE49-F238E27FC236}">
                  <a16:creationId xmlns:a16="http://schemas.microsoft.com/office/drawing/2014/main" id="{032FD496-953D-7490-525F-1B80D54CC1D6}"/>
                </a:ext>
              </a:extLst>
            </p:cNvPr>
            <p:cNvSpPr txBox="1"/>
            <p:nvPr/>
          </p:nvSpPr>
          <p:spPr>
            <a:xfrm>
              <a:off x="-66202" y="448089"/>
              <a:ext cx="309215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Method</a:t>
              </a:r>
            </a:p>
          </p:txBody>
        </p:sp>
      </p:grpSp>
      <p:graphicFrame>
        <p:nvGraphicFramePr>
          <p:cNvPr id="186" name="Table 2">
            <a:extLst>
              <a:ext uri="{FF2B5EF4-FFF2-40B4-BE49-F238E27FC236}">
                <a16:creationId xmlns:a16="http://schemas.microsoft.com/office/drawing/2014/main" id="{93B6E3F8-B8F2-7DF0-8CD7-71A2D28CD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043438"/>
              </p:ext>
            </p:extLst>
          </p:nvPr>
        </p:nvGraphicFramePr>
        <p:xfrm>
          <a:off x="1775884" y="18607878"/>
          <a:ext cx="2307996" cy="127345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13848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1692605">
                  <a:extLst>
                    <a:ext uri="{9D8B030D-6E8A-4147-A177-3AD203B41FA5}">
                      <a16:colId xmlns:a16="http://schemas.microsoft.com/office/drawing/2014/main" val="3008044534"/>
                    </a:ext>
                  </a:extLst>
                </a:gridCol>
                <a:gridCol w="301543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4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RAIN_15M_LAST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>
                          <a:solidFill>
                            <a:srgbClr val="FF0000"/>
                          </a:solidFill>
                        </a:rPr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VOLT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4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*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➕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660575"/>
                  </a:ext>
                </a:extLst>
              </a:tr>
            </a:tbl>
          </a:graphicData>
        </a:graphic>
      </p:graphicFrame>
      <p:sp>
        <p:nvSpPr>
          <p:cNvPr id="187" name="Rectangle: Rounded Corners 186">
            <a:extLst>
              <a:ext uri="{FF2B5EF4-FFF2-40B4-BE49-F238E27FC236}">
                <a16:creationId xmlns:a16="http://schemas.microsoft.com/office/drawing/2014/main" id="{F777B28B-071B-EE53-730E-3D54AF6D499F}"/>
              </a:ext>
            </a:extLst>
          </p:cNvPr>
          <p:cNvSpPr/>
          <p:nvPr/>
        </p:nvSpPr>
        <p:spPr>
          <a:xfrm>
            <a:off x="8414882" y="28332036"/>
            <a:ext cx="623795" cy="27427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Delete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0FE72FE1-5BDA-153A-B8DB-7A055E8A8A91}"/>
              </a:ext>
            </a:extLst>
          </p:cNvPr>
          <p:cNvGrpSpPr/>
          <p:nvPr/>
        </p:nvGrpSpPr>
        <p:grpSpPr>
          <a:xfrm>
            <a:off x="1758190" y="25894694"/>
            <a:ext cx="2226042" cy="427369"/>
            <a:chOff x="53184" y="448089"/>
            <a:chExt cx="4465101" cy="427369"/>
          </a:xfrm>
        </p:grpSpPr>
        <p:sp>
          <p:nvSpPr>
            <p:cNvPr id="189" name="Rectangle: Rounded Corners 188">
              <a:extLst>
                <a:ext uri="{FF2B5EF4-FFF2-40B4-BE49-F238E27FC236}">
                  <a16:creationId xmlns:a16="http://schemas.microsoft.com/office/drawing/2014/main" id="{C6B944FA-5720-FFFF-4E98-E414B1F6BE39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34164298-D390-2F65-024E-179AA24D92A2}"/>
                </a:ext>
              </a:extLst>
            </p:cNvPr>
            <p:cNvSpPr txBox="1"/>
            <p:nvPr/>
          </p:nvSpPr>
          <p:spPr>
            <a:xfrm>
              <a:off x="53184" y="448089"/>
              <a:ext cx="260565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Server URL (Host URL)</a:t>
              </a:r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8F93E3D0-B8EB-F75F-E65A-67B044B26CF5}"/>
              </a:ext>
            </a:extLst>
          </p:cNvPr>
          <p:cNvGrpSpPr/>
          <p:nvPr/>
        </p:nvGrpSpPr>
        <p:grpSpPr>
          <a:xfrm>
            <a:off x="4444750" y="25883278"/>
            <a:ext cx="2226041" cy="427369"/>
            <a:chOff x="53186" y="448089"/>
            <a:chExt cx="4465099" cy="427369"/>
          </a:xfrm>
        </p:grpSpPr>
        <p:sp>
          <p:nvSpPr>
            <p:cNvPr id="192" name="Rectangle: Rounded Corners 191">
              <a:extLst>
                <a:ext uri="{FF2B5EF4-FFF2-40B4-BE49-F238E27FC236}">
                  <a16:creationId xmlns:a16="http://schemas.microsoft.com/office/drawing/2014/main" id="{EFCB53FA-B8B1-CAFA-2470-00E3A320DFC9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2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D8770B42-58B2-768B-A79F-64059BC98F67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WL</a:t>
              </a:r>
            </a:p>
          </p:txBody>
        </p:sp>
      </p:grpSp>
      <p:grpSp>
        <p:nvGrpSpPr>
          <p:cNvPr id="195" name="Group 93">
            <a:extLst>
              <a:ext uri="{FF2B5EF4-FFF2-40B4-BE49-F238E27FC236}">
                <a16:creationId xmlns:a16="http://schemas.microsoft.com/office/drawing/2014/main" id="{DCE88894-0CBF-E323-C45A-D77CB010657F}"/>
              </a:ext>
            </a:extLst>
          </p:cNvPr>
          <p:cNvGrpSpPr/>
          <p:nvPr/>
        </p:nvGrpSpPr>
        <p:grpSpPr>
          <a:xfrm>
            <a:off x="1751703" y="26286032"/>
            <a:ext cx="2226041" cy="427369"/>
            <a:chOff x="53186" y="448089"/>
            <a:chExt cx="4465099" cy="427369"/>
          </a:xfrm>
        </p:grpSpPr>
        <p:sp>
          <p:nvSpPr>
            <p:cNvPr id="196" name="Rectangle: Rounded Corners 94">
              <a:extLst>
                <a:ext uri="{FF2B5EF4-FFF2-40B4-BE49-F238E27FC236}">
                  <a16:creationId xmlns:a16="http://schemas.microsoft.com/office/drawing/2014/main" id="{8DD349EC-0CCC-7911-0926-AA50A5115C22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97" name="TextBox 95">
              <a:extLst>
                <a:ext uri="{FF2B5EF4-FFF2-40B4-BE49-F238E27FC236}">
                  <a16:creationId xmlns:a16="http://schemas.microsoft.com/office/drawing/2014/main" id="{F93280C0-11F7-6E09-9D77-D50790F11BEA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HYDRO</a:t>
              </a:r>
            </a:p>
          </p:txBody>
        </p:sp>
      </p:grpSp>
      <p:grpSp>
        <p:nvGrpSpPr>
          <p:cNvPr id="198" name="Group 96">
            <a:extLst>
              <a:ext uri="{FF2B5EF4-FFF2-40B4-BE49-F238E27FC236}">
                <a16:creationId xmlns:a16="http://schemas.microsoft.com/office/drawing/2014/main" id="{017606F7-7946-303F-8129-885FAA7017F8}"/>
              </a:ext>
            </a:extLst>
          </p:cNvPr>
          <p:cNvGrpSpPr/>
          <p:nvPr/>
        </p:nvGrpSpPr>
        <p:grpSpPr>
          <a:xfrm>
            <a:off x="1756022" y="26698716"/>
            <a:ext cx="2226041" cy="427369"/>
            <a:chOff x="53186" y="448089"/>
            <a:chExt cx="4465099" cy="427369"/>
          </a:xfrm>
        </p:grpSpPr>
        <p:sp>
          <p:nvSpPr>
            <p:cNvPr id="199" name="Rectangle: Rounded Corners 97">
              <a:extLst>
                <a:ext uri="{FF2B5EF4-FFF2-40B4-BE49-F238E27FC236}">
                  <a16:creationId xmlns:a16="http://schemas.microsoft.com/office/drawing/2014/main" id="{B1F71648-53AA-B6A6-C337-951102E2F24C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00" name="TextBox 98">
              <a:extLst>
                <a:ext uri="{FF2B5EF4-FFF2-40B4-BE49-F238E27FC236}">
                  <a16:creationId xmlns:a16="http://schemas.microsoft.com/office/drawing/2014/main" id="{77556B24-ADFE-1766-1A64-37C5501F6877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SITE</a:t>
              </a:r>
            </a:p>
          </p:txBody>
        </p:sp>
      </p:grpSp>
      <p:grpSp>
        <p:nvGrpSpPr>
          <p:cNvPr id="201" name="Group 99">
            <a:extLst>
              <a:ext uri="{FF2B5EF4-FFF2-40B4-BE49-F238E27FC236}">
                <a16:creationId xmlns:a16="http://schemas.microsoft.com/office/drawing/2014/main" id="{5956F8EC-E2B2-481F-2C80-4E2481449DC4}"/>
              </a:ext>
            </a:extLst>
          </p:cNvPr>
          <p:cNvGrpSpPr/>
          <p:nvPr/>
        </p:nvGrpSpPr>
        <p:grpSpPr>
          <a:xfrm>
            <a:off x="1756456" y="27110317"/>
            <a:ext cx="2226041" cy="427369"/>
            <a:chOff x="53186" y="448089"/>
            <a:chExt cx="4465099" cy="427369"/>
          </a:xfrm>
        </p:grpSpPr>
        <p:sp>
          <p:nvSpPr>
            <p:cNvPr id="202" name="Rectangle: Rounded Corners 100">
              <a:extLst>
                <a:ext uri="{FF2B5EF4-FFF2-40B4-BE49-F238E27FC236}">
                  <a16:creationId xmlns:a16="http://schemas.microsoft.com/office/drawing/2014/main" id="{2D1957D0-53C8-3B8A-4424-181F84568284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03" name="TextBox 101">
              <a:extLst>
                <a:ext uri="{FF2B5EF4-FFF2-40B4-BE49-F238E27FC236}">
                  <a16:creationId xmlns:a16="http://schemas.microsoft.com/office/drawing/2014/main" id="{351FC2DD-9CDB-C90D-C19A-21B2DA96B647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BASIN</a:t>
              </a:r>
            </a:p>
          </p:txBody>
        </p:sp>
      </p:grpSp>
      <p:sp>
        <p:nvSpPr>
          <p:cNvPr id="204" name="TextBox 72">
            <a:extLst>
              <a:ext uri="{FF2B5EF4-FFF2-40B4-BE49-F238E27FC236}">
                <a16:creationId xmlns:a16="http://schemas.microsoft.com/office/drawing/2014/main" id="{890BA428-E76F-33BA-70AA-31206230BBCA}"/>
              </a:ext>
            </a:extLst>
          </p:cNvPr>
          <p:cNvSpPr txBox="1"/>
          <p:nvPr/>
        </p:nvSpPr>
        <p:spPr>
          <a:xfrm>
            <a:off x="3988022" y="26485432"/>
            <a:ext cx="951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1 - 8</a:t>
            </a:r>
          </a:p>
        </p:txBody>
      </p:sp>
      <p:sp>
        <p:nvSpPr>
          <p:cNvPr id="205" name="TextBox 72">
            <a:extLst>
              <a:ext uri="{FF2B5EF4-FFF2-40B4-BE49-F238E27FC236}">
                <a16:creationId xmlns:a16="http://schemas.microsoft.com/office/drawing/2014/main" id="{7B7C24E6-BD7B-B5C9-94F3-D1CA458D9CE8}"/>
              </a:ext>
            </a:extLst>
          </p:cNvPr>
          <p:cNvSpPr txBox="1"/>
          <p:nvPr/>
        </p:nvSpPr>
        <p:spPr>
          <a:xfrm>
            <a:off x="3982063" y="27308134"/>
            <a:ext cx="951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1 - 25</a:t>
            </a:r>
          </a:p>
        </p:txBody>
      </p:sp>
      <p:sp>
        <p:nvSpPr>
          <p:cNvPr id="206" name="TextBox 72">
            <a:extLst>
              <a:ext uri="{FF2B5EF4-FFF2-40B4-BE49-F238E27FC236}">
                <a16:creationId xmlns:a16="http://schemas.microsoft.com/office/drawing/2014/main" id="{FBA50FE7-99A7-213C-FA26-ED6BFC35A93A}"/>
              </a:ext>
            </a:extLst>
          </p:cNvPr>
          <p:cNvSpPr txBox="1"/>
          <p:nvPr/>
        </p:nvSpPr>
        <p:spPr>
          <a:xfrm>
            <a:off x="1754890" y="27723865"/>
            <a:ext cx="43973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000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 </a:t>
            </a:r>
            <a:r>
              <a:rPr lang="en-US" sz="1000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HYDRO=1&amp;SITE=P.73&amp;BASIN=5&amp;WL=1.23&amp;RF=1.23&amp;DT=202410120930</a:t>
            </a:r>
          </a:p>
        </p:txBody>
      </p:sp>
      <p:grpSp>
        <p:nvGrpSpPr>
          <p:cNvPr id="207" name="Group 99">
            <a:extLst>
              <a:ext uri="{FF2B5EF4-FFF2-40B4-BE49-F238E27FC236}">
                <a16:creationId xmlns:a16="http://schemas.microsoft.com/office/drawing/2014/main" id="{D948F1B9-9766-452B-0F6A-BD9106379031}"/>
              </a:ext>
            </a:extLst>
          </p:cNvPr>
          <p:cNvGrpSpPr/>
          <p:nvPr/>
        </p:nvGrpSpPr>
        <p:grpSpPr>
          <a:xfrm>
            <a:off x="4436078" y="26273971"/>
            <a:ext cx="2226041" cy="427369"/>
            <a:chOff x="53186" y="448089"/>
            <a:chExt cx="4465099" cy="427369"/>
          </a:xfrm>
        </p:grpSpPr>
        <p:sp>
          <p:nvSpPr>
            <p:cNvPr id="208" name="Rectangle: Rounded Corners 100">
              <a:extLst>
                <a:ext uri="{FF2B5EF4-FFF2-40B4-BE49-F238E27FC236}">
                  <a16:creationId xmlns:a16="http://schemas.microsoft.com/office/drawing/2014/main" id="{825FAC3F-B54A-35C1-5631-A59CFBB3A563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2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12" name="TextBox 101">
              <a:extLst>
                <a:ext uri="{FF2B5EF4-FFF2-40B4-BE49-F238E27FC236}">
                  <a16:creationId xmlns:a16="http://schemas.microsoft.com/office/drawing/2014/main" id="{700FA5AA-0CC1-567A-1455-5A21670680D2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RF</a:t>
              </a:r>
            </a:p>
          </p:txBody>
        </p:sp>
      </p:grpSp>
      <p:grpSp>
        <p:nvGrpSpPr>
          <p:cNvPr id="213" name="Group 99">
            <a:extLst>
              <a:ext uri="{FF2B5EF4-FFF2-40B4-BE49-F238E27FC236}">
                <a16:creationId xmlns:a16="http://schemas.microsoft.com/office/drawing/2014/main" id="{EB5D2200-705C-A70F-CFE9-A426828A6985}"/>
              </a:ext>
            </a:extLst>
          </p:cNvPr>
          <p:cNvGrpSpPr/>
          <p:nvPr/>
        </p:nvGrpSpPr>
        <p:grpSpPr>
          <a:xfrm>
            <a:off x="4444750" y="26671474"/>
            <a:ext cx="2226041" cy="427369"/>
            <a:chOff x="53186" y="448089"/>
            <a:chExt cx="4465099" cy="427369"/>
          </a:xfrm>
        </p:grpSpPr>
        <p:sp>
          <p:nvSpPr>
            <p:cNvPr id="214" name="Rectangle: Rounded Corners 100">
              <a:extLst>
                <a:ext uri="{FF2B5EF4-FFF2-40B4-BE49-F238E27FC236}">
                  <a16:creationId xmlns:a16="http://schemas.microsoft.com/office/drawing/2014/main" id="{15ABA77A-E5E5-2F93-5404-321BBE14A722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2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15" name="TextBox 101">
              <a:extLst>
                <a:ext uri="{FF2B5EF4-FFF2-40B4-BE49-F238E27FC236}">
                  <a16:creationId xmlns:a16="http://schemas.microsoft.com/office/drawing/2014/main" id="{0DCF57C4-81FD-B56C-B76D-4E21B7A03AF4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DT</a:t>
              </a:r>
            </a:p>
          </p:txBody>
        </p:sp>
      </p:grpSp>
      <p:graphicFrame>
        <p:nvGraphicFramePr>
          <p:cNvPr id="216" name="Table 6">
            <a:extLst>
              <a:ext uri="{FF2B5EF4-FFF2-40B4-BE49-F238E27FC236}">
                <a16:creationId xmlns:a16="http://schemas.microsoft.com/office/drawing/2014/main" id="{6BEB9151-7E54-9542-3812-12F1C9E42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397540"/>
              </p:ext>
            </p:extLst>
          </p:nvPr>
        </p:nvGraphicFramePr>
        <p:xfrm>
          <a:off x="4062570" y="20805476"/>
          <a:ext cx="2147080" cy="487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Active Mode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Passive 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grpSp>
        <p:nvGrpSpPr>
          <p:cNvPr id="217" name="Group 41">
            <a:extLst>
              <a:ext uri="{FF2B5EF4-FFF2-40B4-BE49-F238E27FC236}">
                <a16:creationId xmlns:a16="http://schemas.microsoft.com/office/drawing/2014/main" id="{3A051BA9-4BF1-6D35-D628-7AE82E2C8933}"/>
              </a:ext>
            </a:extLst>
          </p:cNvPr>
          <p:cNvGrpSpPr/>
          <p:nvPr/>
        </p:nvGrpSpPr>
        <p:grpSpPr>
          <a:xfrm>
            <a:off x="3946263" y="20884238"/>
            <a:ext cx="2226041" cy="427369"/>
            <a:chOff x="53186" y="448089"/>
            <a:chExt cx="4465099" cy="427369"/>
          </a:xfrm>
        </p:grpSpPr>
        <p:sp>
          <p:nvSpPr>
            <p:cNvPr id="218" name="Rectangle: Rounded Corners 42">
              <a:extLst>
                <a:ext uri="{FF2B5EF4-FFF2-40B4-BE49-F238E27FC236}">
                  <a16:creationId xmlns:a16="http://schemas.microsoft.com/office/drawing/2014/main" id="{44751C57-DAB6-74A0-6016-54EEEA8A7C0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19" name="TextBox 43">
              <a:extLst>
                <a:ext uri="{FF2B5EF4-FFF2-40B4-BE49-F238E27FC236}">
                  <a16:creationId xmlns:a16="http://schemas.microsoft.com/office/drawing/2014/main" id="{D9451837-5B1E-BAAD-0CEF-954AE435DD06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Connection Mode</a:t>
              </a:r>
            </a:p>
          </p:txBody>
        </p:sp>
      </p:grpSp>
      <p:grpSp>
        <p:nvGrpSpPr>
          <p:cNvPr id="220" name="Group 44">
            <a:extLst>
              <a:ext uri="{FF2B5EF4-FFF2-40B4-BE49-F238E27FC236}">
                <a16:creationId xmlns:a16="http://schemas.microsoft.com/office/drawing/2014/main" id="{7B3F9162-CDB1-6CF8-FEAA-DCA3696ECC1E}"/>
              </a:ext>
            </a:extLst>
          </p:cNvPr>
          <p:cNvGrpSpPr/>
          <p:nvPr/>
        </p:nvGrpSpPr>
        <p:grpSpPr>
          <a:xfrm>
            <a:off x="6352548" y="20879362"/>
            <a:ext cx="2226041" cy="427369"/>
            <a:chOff x="53186" y="448089"/>
            <a:chExt cx="4465099" cy="427369"/>
          </a:xfrm>
        </p:grpSpPr>
        <p:sp>
          <p:nvSpPr>
            <p:cNvPr id="221" name="Rectangle: Rounded Corners 45">
              <a:extLst>
                <a:ext uri="{FF2B5EF4-FFF2-40B4-BE49-F238E27FC236}">
                  <a16:creationId xmlns:a16="http://schemas.microsoft.com/office/drawing/2014/main" id="{0A931E79-72B1-F7AF-E196-86AD6C1B5C1E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2" name="TextBox 46">
              <a:extLst>
                <a:ext uri="{FF2B5EF4-FFF2-40B4-BE49-F238E27FC236}">
                  <a16:creationId xmlns:a16="http://schemas.microsoft.com/office/drawing/2014/main" id="{1D6E29B8-D524-0186-2DF2-A342AA8EE1FD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File Large Transfer</a:t>
              </a:r>
            </a:p>
          </p:txBody>
        </p:sp>
      </p:grpSp>
      <p:grpSp>
        <p:nvGrpSpPr>
          <p:cNvPr id="223" name="Group 47">
            <a:extLst>
              <a:ext uri="{FF2B5EF4-FFF2-40B4-BE49-F238E27FC236}">
                <a16:creationId xmlns:a16="http://schemas.microsoft.com/office/drawing/2014/main" id="{1FF7B85E-A3AD-45ED-6877-C6C117EBFCF5}"/>
              </a:ext>
            </a:extLst>
          </p:cNvPr>
          <p:cNvGrpSpPr/>
          <p:nvPr/>
        </p:nvGrpSpPr>
        <p:grpSpPr>
          <a:xfrm>
            <a:off x="3946263" y="22132160"/>
            <a:ext cx="2226041" cy="427369"/>
            <a:chOff x="53186" y="448089"/>
            <a:chExt cx="4465099" cy="427369"/>
          </a:xfrm>
        </p:grpSpPr>
        <p:sp>
          <p:nvSpPr>
            <p:cNvPr id="224" name="Rectangle: Rounded Corners 48">
              <a:extLst>
                <a:ext uri="{FF2B5EF4-FFF2-40B4-BE49-F238E27FC236}">
                  <a16:creationId xmlns:a16="http://schemas.microsoft.com/office/drawing/2014/main" id="{80F0EEE8-2228-3CED-1D19-EFBCD60727A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5" name="TextBox 49">
              <a:extLst>
                <a:ext uri="{FF2B5EF4-FFF2-40B4-BE49-F238E27FC236}">
                  <a16:creationId xmlns:a16="http://schemas.microsoft.com/office/drawing/2014/main" id="{BC680B4F-9FE0-DEB3-400C-872DCFCAC597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Transfer Type</a:t>
              </a:r>
            </a:p>
          </p:txBody>
        </p:sp>
      </p:grpSp>
      <p:grpSp>
        <p:nvGrpSpPr>
          <p:cNvPr id="226" name="Group 50">
            <a:extLst>
              <a:ext uri="{FF2B5EF4-FFF2-40B4-BE49-F238E27FC236}">
                <a16:creationId xmlns:a16="http://schemas.microsoft.com/office/drawing/2014/main" id="{A73F9BE4-38BE-0E53-EBA3-2CEFBD4C8B7A}"/>
              </a:ext>
            </a:extLst>
          </p:cNvPr>
          <p:cNvGrpSpPr/>
          <p:nvPr/>
        </p:nvGrpSpPr>
        <p:grpSpPr>
          <a:xfrm>
            <a:off x="6312310" y="22174054"/>
            <a:ext cx="2226041" cy="427369"/>
            <a:chOff x="53186" y="448089"/>
            <a:chExt cx="4465099" cy="427369"/>
          </a:xfrm>
        </p:grpSpPr>
        <p:sp>
          <p:nvSpPr>
            <p:cNvPr id="227" name="Rectangle: Rounded Corners 51">
              <a:extLst>
                <a:ext uri="{FF2B5EF4-FFF2-40B4-BE49-F238E27FC236}">
                  <a16:creationId xmlns:a16="http://schemas.microsoft.com/office/drawing/2014/main" id="{53BA95DF-2994-B71B-FBD1-BC26BD94E6CB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8" name="TextBox 53">
              <a:extLst>
                <a:ext uri="{FF2B5EF4-FFF2-40B4-BE49-F238E27FC236}">
                  <a16:creationId xmlns:a16="http://schemas.microsoft.com/office/drawing/2014/main" id="{2DEFE181-C0C3-1713-28A7-F29D31C372E9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TLS</a:t>
              </a:r>
            </a:p>
          </p:txBody>
        </p:sp>
      </p:grpSp>
      <p:graphicFrame>
        <p:nvGraphicFramePr>
          <p:cNvPr id="229" name="Table 54">
            <a:extLst>
              <a:ext uri="{FF2B5EF4-FFF2-40B4-BE49-F238E27FC236}">
                <a16:creationId xmlns:a16="http://schemas.microsoft.com/office/drawing/2014/main" id="{866FF161-57AB-81C3-4837-AF85D89914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382765"/>
              </p:ext>
            </p:extLst>
          </p:nvPr>
        </p:nvGraphicFramePr>
        <p:xfrm>
          <a:off x="6386353" y="22622306"/>
          <a:ext cx="2147080" cy="9753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NoTLSSupport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UseExplicitTLS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UseImplicitTLS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1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UseRequireTLS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64709"/>
                  </a:ext>
                </a:extLst>
              </a:tr>
            </a:tbl>
          </a:graphicData>
        </a:graphic>
      </p:graphicFrame>
      <p:graphicFrame>
        <p:nvGraphicFramePr>
          <p:cNvPr id="230" name="Table 55">
            <a:extLst>
              <a:ext uri="{FF2B5EF4-FFF2-40B4-BE49-F238E27FC236}">
                <a16:creationId xmlns:a16="http://schemas.microsoft.com/office/drawing/2014/main" id="{9F278002-BAC6-9075-2231-22B6FCE16D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598928"/>
              </p:ext>
            </p:extLst>
          </p:nvPr>
        </p:nvGraphicFramePr>
        <p:xfrm>
          <a:off x="6417234" y="21322698"/>
          <a:ext cx="2147080" cy="487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sm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lg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graphicFrame>
        <p:nvGraphicFramePr>
          <p:cNvPr id="231" name="Table 56">
            <a:extLst>
              <a:ext uri="{FF2B5EF4-FFF2-40B4-BE49-F238E27FC236}">
                <a16:creationId xmlns:a16="http://schemas.microsoft.com/office/drawing/2014/main" id="{41ADFEF6-35CE-9DDB-7C77-0670664BB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604445"/>
              </p:ext>
            </p:extLst>
          </p:nvPr>
        </p:nvGraphicFramePr>
        <p:xfrm>
          <a:off x="4016277" y="22588759"/>
          <a:ext cx="2147080" cy="487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binary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ascii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grpSp>
        <p:nvGrpSpPr>
          <p:cNvPr id="232" name="Group 69">
            <a:extLst>
              <a:ext uri="{FF2B5EF4-FFF2-40B4-BE49-F238E27FC236}">
                <a16:creationId xmlns:a16="http://schemas.microsoft.com/office/drawing/2014/main" id="{4D072557-46DB-B884-82E5-0582C42933E8}"/>
              </a:ext>
            </a:extLst>
          </p:cNvPr>
          <p:cNvGrpSpPr/>
          <p:nvPr/>
        </p:nvGrpSpPr>
        <p:grpSpPr>
          <a:xfrm>
            <a:off x="1664162" y="20890659"/>
            <a:ext cx="2226041" cy="427369"/>
            <a:chOff x="53186" y="448089"/>
            <a:chExt cx="4465099" cy="427369"/>
          </a:xfrm>
        </p:grpSpPr>
        <p:sp>
          <p:nvSpPr>
            <p:cNvPr id="233" name="Rectangle: Rounded Corners 70">
              <a:extLst>
                <a:ext uri="{FF2B5EF4-FFF2-40B4-BE49-F238E27FC236}">
                  <a16:creationId xmlns:a16="http://schemas.microsoft.com/office/drawing/2014/main" id="{C5D48B46-132E-5928-6F9D-E70532A7C3E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34" name="TextBox 71">
              <a:extLst>
                <a:ext uri="{FF2B5EF4-FFF2-40B4-BE49-F238E27FC236}">
                  <a16:creationId xmlns:a16="http://schemas.microsoft.com/office/drawing/2014/main" id="{D4360C21-DA86-8445-D3C4-958CBCE8A52B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Server IP Address</a:t>
              </a:r>
            </a:p>
          </p:txBody>
        </p:sp>
      </p:grpSp>
      <p:grpSp>
        <p:nvGrpSpPr>
          <p:cNvPr id="235" name="Group 72">
            <a:extLst>
              <a:ext uri="{FF2B5EF4-FFF2-40B4-BE49-F238E27FC236}">
                <a16:creationId xmlns:a16="http://schemas.microsoft.com/office/drawing/2014/main" id="{35DC4439-FB37-C254-3632-FC36106AA789}"/>
              </a:ext>
            </a:extLst>
          </p:cNvPr>
          <p:cNvGrpSpPr/>
          <p:nvPr/>
        </p:nvGrpSpPr>
        <p:grpSpPr>
          <a:xfrm>
            <a:off x="1664162" y="21311288"/>
            <a:ext cx="2226041" cy="427369"/>
            <a:chOff x="53186" y="448089"/>
            <a:chExt cx="4465099" cy="427369"/>
          </a:xfrm>
        </p:grpSpPr>
        <p:sp>
          <p:nvSpPr>
            <p:cNvPr id="236" name="Rectangle: Rounded Corners 73">
              <a:extLst>
                <a:ext uri="{FF2B5EF4-FFF2-40B4-BE49-F238E27FC236}">
                  <a16:creationId xmlns:a16="http://schemas.microsoft.com/office/drawing/2014/main" id="{A2F6F2ED-93AF-0551-7A12-DD7B26CAA0F9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37" name="TextBox 74">
              <a:extLst>
                <a:ext uri="{FF2B5EF4-FFF2-40B4-BE49-F238E27FC236}">
                  <a16:creationId xmlns:a16="http://schemas.microsoft.com/office/drawing/2014/main" id="{585E0195-46F1-4999-8C0F-0169C39E62BC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Port</a:t>
              </a:r>
            </a:p>
          </p:txBody>
        </p:sp>
      </p:grpSp>
      <p:grpSp>
        <p:nvGrpSpPr>
          <p:cNvPr id="238" name="Group 75">
            <a:extLst>
              <a:ext uri="{FF2B5EF4-FFF2-40B4-BE49-F238E27FC236}">
                <a16:creationId xmlns:a16="http://schemas.microsoft.com/office/drawing/2014/main" id="{29553479-0FEF-D29E-7C3A-9690C918D0F4}"/>
              </a:ext>
            </a:extLst>
          </p:cNvPr>
          <p:cNvGrpSpPr/>
          <p:nvPr/>
        </p:nvGrpSpPr>
        <p:grpSpPr>
          <a:xfrm>
            <a:off x="1664162" y="21744436"/>
            <a:ext cx="2226041" cy="427369"/>
            <a:chOff x="53186" y="448089"/>
            <a:chExt cx="4465099" cy="427369"/>
          </a:xfrm>
        </p:grpSpPr>
        <p:sp>
          <p:nvSpPr>
            <p:cNvPr id="239" name="Rectangle: Rounded Corners 76">
              <a:extLst>
                <a:ext uri="{FF2B5EF4-FFF2-40B4-BE49-F238E27FC236}">
                  <a16:creationId xmlns:a16="http://schemas.microsoft.com/office/drawing/2014/main" id="{8EC19141-06C4-67CB-C62D-784B6BB3B56B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40" name="TextBox 77">
              <a:extLst>
                <a:ext uri="{FF2B5EF4-FFF2-40B4-BE49-F238E27FC236}">
                  <a16:creationId xmlns:a16="http://schemas.microsoft.com/office/drawing/2014/main" id="{CD70673C-1943-D671-0231-EF0303CB1C80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Timeout</a:t>
              </a:r>
            </a:p>
          </p:txBody>
        </p:sp>
      </p:grpSp>
      <p:grpSp>
        <p:nvGrpSpPr>
          <p:cNvPr id="241" name="Group 78">
            <a:extLst>
              <a:ext uri="{FF2B5EF4-FFF2-40B4-BE49-F238E27FC236}">
                <a16:creationId xmlns:a16="http://schemas.microsoft.com/office/drawing/2014/main" id="{BCACB30C-6444-B99A-F1F6-AFE237F82479}"/>
              </a:ext>
            </a:extLst>
          </p:cNvPr>
          <p:cNvGrpSpPr/>
          <p:nvPr/>
        </p:nvGrpSpPr>
        <p:grpSpPr>
          <a:xfrm>
            <a:off x="1664162" y="22192423"/>
            <a:ext cx="2226041" cy="427369"/>
            <a:chOff x="53186" y="448089"/>
            <a:chExt cx="4465099" cy="427369"/>
          </a:xfrm>
        </p:grpSpPr>
        <p:sp>
          <p:nvSpPr>
            <p:cNvPr id="242" name="Rectangle: Rounded Corners 79">
              <a:extLst>
                <a:ext uri="{FF2B5EF4-FFF2-40B4-BE49-F238E27FC236}">
                  <a16:creationId xmlns:a16="http://schemas.microsoft.com/office/drawing/2014/main" id="{DDC5D57F-DCFC-D733-61BD-19C9412B234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43" name="TextBox 80">
              <a:extLst>
                <a:ext uri="{FF2B5EF4-FFF2-40B4-BE49-F238E27FC236}">
                  <a16:creationId xmlns:a16="http://schemas.microsoft.com/office/drawing/2014/main" id="{9AEB1995-592E-BCE2-FB1A-0DAAA7EC40C1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Username</a:t>
              </a:r>
            </a:p>
          </p:txBody>
        </p:sp>
      </p:grpSp>
      <p:grpSp>
        <p:nvGrpSpPr>
          <p:cNvPr id="244" name="Group 81">
            <a:extLst>
              <a:ext uri="{FF2B5EF4-FFF2-40B4-BE49-F238E27FC236}">
                <a16:creationId xmlns:a16="http://schemas.microsoft.com/office/drawing/2014/main" id="{B51BDF44-2652-E232-A9A5-111B72A4E92B}"/>
              </a:ext>
            </a:extLst>
          </p:cNvPr>
          <p:cNvGrpSpPr/>
          <p:nvPr/>
        </p:nvGrpSpPr>
        <p:grpSpPr>
          <a:xfrm>
            <a:off x="1673534" y="22608131"/>
            <a:ext cx="2226041" cy="427369"/>
            <a:chOff x="53186" y="448089"/>
            <a:chExt cx="4465099" cy="427369"/>
          </a:xfrm>
        </p:grpSpPr>
        <p:sp>
          <p:nvSpPr>
            <p:cNvPr id="245" name="Rectangle: Rounded Corners 82">
              <a:extLst>
                <a:ext uri="{FF2B5EF4-FFF2-40B4-BE49-F238E27FC236}">
                  <a16:creationId xmlns:a16="http://schemas.microsoft.com/office/drawing/2014/main" id="{AF844CD0-6B05-98FF-525F-2E2FAB765553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46" name="TextBox 83">
              <a:extLst>
                <a:ext uri="{FF2B5EF4-FFF2-40B4-BE49-F238E27FC236}">
                  <a16:creationId xmlns:a16="http://schemas.microsoft.com/office/drawing/2014/main" id="{2164E656-80C0-1411-D872-B37337B9B61B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Password</a:t>
              </a:r>
            </a:p>
          </p:txBody>
        </p:sp>
      </p:grpSp>
      <p:graphicFrame>
        <p:nvGraphicFramePr>
          <p:cNvPr id="166" name="Table 165">
            <a:extLst>
              <a:ext uri="{FF2B5EF4-FFF2-40B4-BE49-F238E27FC236}">
                <a16:creationId xmlns:a16="http://schemas.microsoft.com/office/drawing/2014/main" id="{E5A19296-9552-2D4F-28CB-525CE84E85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90043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Station 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67" name="Picture 166">
            <a:extLst>
              <a:ext uri="{FF2B5EF4-FFF2-40B4-BE49-F238E27FC236}">
                <a16:creationId xmlns:a16="http://schemas.microsoft.com/office/drawing/2014/main" id="{6EDBD79F-C7B0-3D91-07B1-8252A7F7F4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73" name="Group 172">
            <a:extLst>
              <a:ext uri="{FF2B5EF4-FFF2-40B4-BE49-F238E27FC236}">
                <a16:creationId xmlns:a16="http://schemas.microsoft.com/office/drawing/2014/main" id="{4A8EE419-AC0C-934F-88B0-E01FC622381F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250" name="Picture 249">
              <a:extLst>
                <a:ext uri="{FF2B5EF4-FFF2-40B4-BE49-F238E27FC236}">
                  <a16:creationId xmlns:a16="http://schemas.microsoft.com/office/drawing/2014/main" id="{18B83E85-7381-C885-62E7-E20D9244F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251" name="Flowchart: Connector 250">
              <a:extLst>
                <a:ext uri="{FF2B5EF4-FFF2-40B4-BE49-F238E27FC236}">
                  <a16:creationId xmlns:a16="http://schemas.microsoft.com/office/drawing/2014/main" id="{21A7A06E-811E-A8F6-AA03-14B291C162A1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sp>
        <p:nvSpPr>
          <p:cNvPr id="2" name="Rectangle: Rounded Corners 6">
            <a:extLst>
              <a:ext uri="{FF2B5EF4-FFF2-40B4-BE49-F238E27FC236}">
                <a16:creationId xmlns:a16="http://schemas.microsoft.com/office/drawing/2014/main" id="{AD21A459-E98E-0B95-0941-5F620AC8103F}"/>
              </a:ext>
            </a:extLst>
          </p:cNvPr>
          <p:cNvSpPr/>
          <p:nvPr/>
        </p:nvSpPr>
        <p:spPr>
          <a:xfrm rot="16200000">
            <a:off x="4081154" y="29290974"/>
            <a:ext cx="263594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7" name="Rectangle 71">
            <a:extLst>
              <a:ext uri="{FF2B5EF4-FFF2-40B4-BE49-F238E27FC236}">
                <a16:creationId xmlns:a16="http://schemas.microsoft.com/office/drawing/2014/main" id="{40CA61D5-7780-A686-5441-4E0207E1E62F}"/>
              </a:ext>
            </a:extLst>
          </p:cNvPr>
          <p:cNvSpPr/>
          <p:nvPr/>
        </p:nvSpPr>
        <p:spPr>
          <a:xfrm>
            <a:off x="1775884" y="14024528"/>
            <a:ext cx="166013" cy="1644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</a:p>
        </p:txBody>
      </p: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D7D565DB-B203-3E61-C7EB-372408DC9612}"/>
              </a:ext>
            </a:extLst>
          </p:cNvPr>
          <p:cNvGrpSpPr/>
          <p:nvPr/>
        </p:nvGrpSpPr>
        <p:grpSpPr>
          <a:xfrm>
            <a:off x="5679143" y="13975069"/>
            <a:ext cx="2175132" cy="427876"/>
            <a:chOff x="5699614" y="14137300"/>
            <a:chExt cx="2175132" cy="427876"/>
          </a:xfrm>
        </p:grpSpPr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4D47B563-8E5B-6940-3DC6-223E1D8D436F}"/>
                </a:ext>
              </a:extLst>
            </p:cNvPr>
            <p:cNvSpPr/>
            <p:nvPr/>
          </p:nvSpPr>
          <p:spPr>
            <a:xfrm>
              <a:off x="5722748" y="14335624"/>
              <a:ext cx="2151998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101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F8ACC515-B8C0-0313-BD34-6275422CB5F7}"/>
                </a:ext>
              </a:extLst>
            </p:cNvPr>
            <p:cNvSpPr txBox="1"/>
            <p:nvPr/>
          </p:nvSpPr>
          <p:spPr>
            <a:xfrm>
              <a:off x="5935312" y="14137807"/>
              <a:ext cx="11527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Flow Rate - </a:t>
              </a:r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อัตราการไหล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8" name="Rectangle 71">
              <a:extLst>
                <a:ext uri="{FF2B5EF4-FFF2-40B4-BE49-F238E27FC236}">
                  <a16:creationId xmlns:a16="http://schemas.microsoft.com/office/drawing/2014/main" id="{C7B71387-FCF0-8D19-3BF6-CB5907F1EA13}"/>
                </a:ext>
              </a:extLst>
            </p:cNvPr>
            <p:cNvSpPr/>
            <p:nvPr/>
          </p:nvSpPr>
          <p:spPr>
            <a:xfrm>
              <a:off x="5699614" y="14137300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</a:t>
              </a:r>
            </a:p>
          </p:txBody>
        </p:sp>
      </p:grpSp>
      <p:sp>
        <p:nvSpPr>
          <p:cNvPr id="19" name="Rectangle 71">
            <a:extLst>
              <a:ext uri="{FF2B5EF4-FFF2-40B4-BE49-F238E27FC236}">
                <a16:creationId xmlns:a16="http://schemas.microsoft.com/office/drawing/2014/main" id="{441B0566-B732-4E28-B47A-4F7DB62EDCB1}"/>
              </a:ext>
            </a:extLst>
          </p:cNvPr>
          <p:cNvSpPr/>
          <p:nvPr/>
        </p:nvSpPr>
        <p:spPr>
          <a:xfrm>
            <a:off x="1785404" y="14559477"/>
            <a:ext cx="166013" cy="1644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</a:p>
        </p:txBody>
      </p:sp>
      <p:sp>
        <p:nvSpPr>
          <p:cNvPr id="20" name="Rectangle 71">
            <a:extLst>
              <a:ext uri="{FF2B5EF4-FFF2-40B4-BE49-F238E27FC236}">
                <a16:creationId xmlns:a16="http://schemas.microsoft.com/office/drawing/2014/main" id="{A70CB7BD-4F6E-AB51-FBB7-929E0D78C6AB}"/>
              </a:ext>
            </a:extLst>
          </p:cNvPr>
          <p:cNvSpPr/>
          <p:nvPr/>
        </p:nvSpPr>
        <p:spPr>
          <a:xfrm>
            <a:off x="1775884" y="15094426"/>
            <a:ext cx="166013" cy="1644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</a:p>
        </p:txBody>
      </p:sp>
      <p:sp>
        <p:nvSpPr>
          <p:cNvPr id="265" name="Rectangle 71">
            <a:extLst>
              <a:ext uri="{FF2B5EF4-FFF2-40B4-BE49-F238E27FC236}">
                <a16:creationId xmlns:a16="http://schemas.microsoft.com/office/drawing/2014/main" id="{30F53D15-3F1C-2D4A-7EE7-1FCCBD86497A}"/>
              </a:ext>
            </a:extLst>
          </p:cNvPr>
          <p:cNvSpPr/>
          <p:nvPr/>
        </p:nvSpPr>
        <p:spPr>
          <a:xfrm>
            <a:off x="1785404" y="15662963"/>
            <a:ext cx="166013" cy="1644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</a:p>
        </p:txBody>
      </p:sp>
      <p:sp>
        <p:nvSpPr>
          <p:cNvPr id="266" name="Rectangle 71">
            <a:extLst>
              <a:ext uri="{FF2B5EF4-FFF2-40B4-BE49-F238E27FC236}">
                <a16:creationId xmlns:a16="http://schemas.microsoft.com/office/drawing/2014/main" id="{F6C93657-60D3-ADE3-1C42-2A71ED95D1CC}"/>
              </a:ext>
            </a:extLst>
          </p:cNvPr>
          <p:cNvSpPr/>
          <p:nvPr/>
        </p:nvSpPr>
        <p:spPr>
          <a:xfrm>
            <a:off x="1785404" y="16218785"/>
            <a:ext cx="166013" cy="1644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253C72-7460-9592-FEAE-23FDAE990328}"/>
              </a:ext>
            </a:extLst>
          </p:cNvPr>
          <p:cNvSpPr txBox="1"/>
          <p:nvPr/>
        </p:nvSpPr>
        <p:spPr>
          <a:xfrm>
            <a:off x="1718148" y="23550347"/>
            <a:ext cx="9380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Directory stricture</a:t>
            </a:r>
            <a:endParaRPr lang="th-TH" sz="1100" dirty="0"/>
          </a:p>
        </p:txBody>
      </p:sp>
      <p:sp>
        <p:nvSpPr>
          <p:cNvPr id="22" name="Rectangle: Rounded Corners 51">
            <a:extLst>
              <a:ext uri="{FF2B5EF4-FFF2-40B4-BE49-F238E27FC236}">
                <a16:creationId xmlns:a16="http://schemas.microsoft.com/office/drawing/2014/main" id="{1435A7A5-E1A4-8E55-E3BC-87BC45A617D9}"/>
              </a:ext>
            </a:extLst>
          </p:cNvPr>
          <p:cNvSpPr/>
          <p:nvPr/>
        </p:nvSpPr>
        <p:spPr>
          <a:xfrm>
            <a:off x="2730268" y="23606763"/>
            <a:ext cx="2151998" cy="229552"/>
          </a:xfrm>
          <a:prstGeom prst="roundRect">
            <a:avLst>
              <a:gd name="adj" fmla="val 3340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th-TH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▼</a:t>
            </a:r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23" name="Table 54">
            <a:extLst>
              <a:ext uri="{FF2B5EF4-FFF2-40B4-BE49-F238E27FC236}">
                <a16:creationId xmlns:a16="http://schemas.microsoft.com/office/drawing/2014/main" id="{6BE01BDC-3456-DDBE-A172-177541FD7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977569"/>
              </p:ext>
            </p:extLst>
          </p:nvPr>
        </p:nvGraphicFramePr>
        <p:xfrm>
          <a:off x="2730268" y="23854997"/>
          <a:ext cx="2147080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16630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Save in the root directory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16630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Save in Parent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16630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Save in the child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10292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0C887724-A751-C068-A641-D78AD97D0A25}"/>
              </a:ext>
            </a:extLst>
          </p:cNvPr>
          <p:cNvSpPr txBox="1"/>
          <p:nvPr/>
        </p:nvSpPr>
        <p:spPr>
          <a:xfrm>
            <a:off x="1712677" y="24679500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Parent Directory</a:t>
            </a:r>
            <a:endParaRPr lang="th-TH" sz="11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885E52-2A6D-C4F9-FF8A-FE632DE89E83}"/>
              </a:ext>
            </a:extLst>
          </p:cNvPr>
          <p:cNvSpPr txBox="1"/>
          <p:nvPr/>
        </p:nvSpPr>
        <p:spPr>
          <a:xfrm>
            <a:off x="1721563" y="24961880"/>
            <a:ext cx="9685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the child directory</a:t>
            </a:r>
            <a:endParaRPr lang="th-TH" sz="1100" dirty="0"/>
          </a:p>
        </p:txBody>
      </p:sp>
      <p:sp>
        <p:nvSpPr>
          <p:cNvPr id="28" name="Rectangle: Rounded Corners 51">
            <a:extLst>
              <a:ext uri="{FF2B5EF4-FFF2-40B4-BE49-F238E27FC236}">
                <a16:creationId xmlns:a16="http://schemas.microsoft.com/office/drawing/2014/main" id="{59D5F1F0-C2DF-9B12-21B8-FDE9E14557B7}"/>
              </a:ext>
            </a:extLst>
          </p:cNvPr>
          <p:cNvSpPr/>
          <p:nvPr/>
        </p:nvSpPr>
        <p:spPr>
          <a:xfrm>
            <a:off x="2707392" y="24702771"/>
            <a:ext cx="2151998" cy="229552"/>
          </a:xfrm>
          <a:prstGeom prst="roundRect">
            <a:avLst>
              <a:gd name="adj" fmla="val 3340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16" name="Rectangle: Rounded Corners 51">
            <a:extLst>
              <a:ext uri="{FF2B5EF4-FFF2-40B4-BE49-F238E27FC236}">
                <a16:creationId xmlns:a16="http://schemas.microsoft.com/office/drawing/2014/main" id="{1C29160D-7D20-A08A-8331-208712286C26}"/>
              </a:ext>
            </a:extLst>
          </p:cNvPr>
          <p:cNvSpPr/>
          <p:nvPr/>
        </p:nvSpPr>
        <p:spPr>
          <a:xfrm>
            <a:off x="2707392" y="24996306"/>
            <a:ext cx="2151998" cy="229552"/>
          </a:xfrm>
          <a:prstGeom prst="roundRect">
            <a:avLst>
              <a:gd name="adj" fmla="val 3340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536915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C26-CC9D-39AF-F0A6-765900838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2221156C-F2C7-EDFB-E053-6093B780B461}"/>
              </a:ext>
            </a:extLst>
          </p:cNvPr>
          <p:cNvSpPr/>
          <p:nvPr/>
        </p:nvSpPr>
        <p:spPr>
          <a:xfrm>
            <a:off x="1628315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Sensor (200)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6B4ABE-819B-EE7A-1622-2855C3DB3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72571"/>
              </p:ext>
            </p:extLst>
          </p:nvPr>
        </p:nvGraphicFramePr>
        <p:xfrm>
          <a:off x="1624683" y="1995047"/>
          <a:ext cx="7519316" cy="2691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3723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1117976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1244418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845117">
                  <a:extLst>
                    <a:ext uri="{9D8B030D-6E8A-4147-A177-3AD203B41FA5}">
                      <a16:colId xmlns:a16="http://schemas.microsoft.com/office/drawing/2014/main" val="1918436927"/>
                    </a:ext>
                  </a:extLst>
                </a:gridCol>
                <a:gridCol w="845117">
                  <a:extLst>
                    <a:ext uri="{9D8B030D-6E8A-4147-A177-3AD203B41FA5}">
                      <a16:colId xmlns:a16="http://schemas.microsoft.com/office/drawing/2014/main" val="1478680236"/>
                    </a:ext>
                  </a:extLst>
                </a:gridCol>
                <a:gridCol w="2570368">
                  <a:extLst>
                    <a:ext uri="{9D8B030D-6E8A-4147-A177-3AD203B41FA5}">
                      <a16:colId xmlns:a16="http://schemas.microsoft.com/office/drawing/2014/main" val="2047957105"/>
                    </a:ext>
                  </a:extLst>
                </a:gridCol>
                <a:gridCol w="602597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Sensen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Remark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CCTV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Water Level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CCTV PTZ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Water Level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Formula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FLOW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120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Formula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FLOW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145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Direction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Rain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Rain Level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CCTV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Velocity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Deactivated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4" name="Rectangle: Rounded Corners 6">
            <a:extLst>
              <a:ext uri="{FF2B5EF4-FFF2-40B4-BE49-F238E27FC236}">
                <a16:creationId xmlns:a16="http://schemas.microsoft.com/office/drawing/2014/main" id="{CE86C028-6960-C8DC-0C90-2B50914FD7CF}"/>
              </a:ext>
            </a:extLst>
          </p:cNvPr>
          <p:cNvSpPr/>
          <p:nvPr/>
        </p:nvSpPr>
        <p:spPr>
          <a:xfrm rot="16200000">
            <a:off x="5143278" y="-2597178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61FC74A-E66D-BED1-DF52-A9F412BAB4B2}"/>
              </a:ext>
            </a:extLst>
          </p:cNvPr>
          <p:cNvSpPr/>
          <p:nvPr/>
        </p:nvSpPr>
        <p:spPr>
          <a:xfrm rot="16200000">
            <a:off x="5143278" y="-2005675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12EF5E-130C-D9CB-DA6B-B4DE2E2667B9}"/>
              </a:ext>
            </a:extLst>
          </p:cNvPr>
          <p:cNvSpPr/>
          <p:nvPr/>
        </p:nvSpPr>
        <p:spPr>
          <a:xfrm>
            <a:off x="8422144" y="1615029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Add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5CD2B76-126B-A756-B4D1-DD729F0D6C24}"/>
              </a:ext>
            </a:extLst>
          </p:cNvPr>
          <p:cNvGrpSpPr/>
          <p:nvPr/>
        </p:nvGrpSpPr>
        <p:grpSpPr>
          <a:xfrm>
            <a:off x="1740708" y="1056102"/>
            <a:ext cx="2151998" cy="256198"/>
            <a:chOff x="201705" y="645906"/>
            <a:chExt cx="4316580" cy="25619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4AD53F5-97E2-C248-2C5F-CB20A012EBD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A37CFD6-27F8-969D-0BC7-17E05D973BCA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91E3720-74AE-0416-4267-954272E9F8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488907"/>
              </p:ext>
            </p:extLst>
          </p:nvPr>
        </p:nvGraphicFramePr>
        <p:xfrm>
          <a:off x="-5080" y="542630"/>
          <a:ext cx="1515962" cy="4195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68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17927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Camera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Area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3675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57287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4B26819-D2A7-8B32-B6E6-720B0885E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274063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Station 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20185089-5CAB-D6E2-8887-89578515D4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4022BE3-8D83-B52B-752D-C9B3CAA0CB02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A6A8B4C-A533-F5EB-C853-9755078ED9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774F1BBC-2B4E-3ED1-38DC-590C1D28DB4A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4299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11BD50-0FC2-C148-FE39-FF9A74DF5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">
            <a:extLst>
              <a:ext uri="{FF2B5EF4-FFF2-40B4-BE49-F238E27FC236}">
                <a16:creationId xmlns:a16="http://schemas.microsoft.com/office/drawing/2014/main" id="{D8A77819-D644-72FC-9DB6-CD7CA37A3128}"/>
              </a:ext>
            </a:extLst>
          </p:cNvPr>
          <p:cNvSpPr/>
          <p:nvPr/>
        </p:nvSpPr>
        <p:spPr>
          <a:xfrm rot="16200000">
            <a:off x="2919106" y="1017001"/>
            <a:ext cx="498318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54" name="Rectangle: Rounded Corners 6">
            <a:extLst>
              <a:ext uri="{FF2B5EF4-FFF2-40B4-BE49-F238E27FC236}">
                <a16:creationId xmlns:a16="http://schemas.microsoft.com/office/drawing/2014/main" id="{A16C56EE-2DF9-391E-BA5E-A323AADD239E}"/>
              </a:ext>
            </a:extLst>
          </p:cNvPr>
          <p:cNvSpPr/>
          <p:nvPr/>
        </p:nvSpPr>
        <p:spPr>
          <a:xfrm rot="16200000">
            <a:off x="3875831" y="12842598"/>
            <a:ext cx="2981578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55" name="Rectangle: Rounded Corners 6">
            <a:extLst>
              <a:ext uri="{FF2B5EF4-FFF2-40B4-BE49-F238E27FC236}">
                <a16:creationId xmlns:a16="http://schemas.microsoft.com/office/drawing/2014/main" id="{B0B958E9-7826-A1C8-A68F-3B9B9D9CECD5}"/>
              </a:ext>
            </a:extLst>
          </p:cNvPr>
          <p:cNvSpPr/>
          <p:nvPr/>
        </p:nvSpPr>
        <p:spPr>
          <a:xfrm rot="16200000">
            <a:off x="3833911" y="15975779"/>
            <a:ext cx="3065418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Rectangle: Rounded Corners 6">
            <a:extLst>
              <a:ext uri="{FF2B5EF4-FFF2-40B4-BE49-F238E27FC236}">
                <a16:creationId xmlns:a16="http://schemas.microsoft.com/office/drawing/2014/main" id="{359160DD-E2D3-DD90-5280-8A7C14313F8F}"/>
              </a:ext>
            </a:extLst>
          </p:cNvPr>
          <p:cNvSpPr/>
          <p:nvPr/>
        </p:nvSpPr>
        <p:spPr>
          <a:xfrm rot="16200000">
            <a:off x="5110991" y="17904773"/>
            <a:ext cx="49699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1" name="Rectangle: Rounded Corners 6">
            <a:extLst>
              <a:ext uri="{FF2B5EF4-FFF2-40B4-BE49-F238E27FC236}">
                <a16:creationId xmlns:a16="http://schemas.microsoft.com/office/drawing/2014/main" id="{F3F15C48-DE73-04D6-A85A-D50F45AAA1D0}"/>
              </a:ext>
            </a:extLst>
          </p:cNvPr>
          <p:cNvSpPr/>
          <p:nvPr/>
        </p:nvSpPr>
        <p:spPr>
          <a:xfrm rot="16200000">
            <a:off x="4764351" y="-2208974"/>
            <a:ext cx="1269546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6469BB8B-45AE-6B5D-E525-F0145581610F}"/>
              </a:ext>
            </a:extLst>
          </p:cNvPr>
          <p:cNvSpPr/>
          <p:nvPr/>
        </p:nvSpPr>
        <p:spPr>
          <a:xfrm>
            <a:off x="1641279" y="540951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Sensor - Add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C1E511A-EC63-93FA-DF7A-5E7BD4C4C6B8}"/>
              </a:ext>
            </a:extLst>
          </p:cNvPr>
          <p:cNvGrpSpPr/>
          <p:nvPr/>
        </p:nvGrpSpPr>
        <p:grpSpPr>
          <a:xfrm>
            <a:off x="1646438" y="917418"/>
            <a:ext cx="2226041" cy="427369"/>
            <a:chOff x="53186" y="448089"/>
            <a:chExt cx="4465099" cy="427369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322FFD0F-3CD7-D851-3243-BA317719C40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DA4CFA5-0023-EE06-5552-235837D2C541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SensorID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C76DB0C-C88E-DC11-7C6E-1B02004B1946}"/>
              </a:ext>
            </a:extLst>
          </p:cNvPr>
          <p:cNvGrpSpPr/>
          <p:nvPr/>
        </p:nvGrpSpPr>
        <p:grpSpPr>
          <a:xfrm>
            <a:off x="1713732" y="21563759"/>
            <a:ext cx="1309136" cy="274276"/>
            <a:chOff x="201705" y="1222678"/>
            <a:chExt cx="1309136" cy="274276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C246E2E2-3D6C-C147-FEF1-DD2809543D41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บันทึก</a:t>
              </a:r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91FE7D69-682C-B650-C34D-B5206D1424F1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ยกเลิก</a:t>
              </a:r>
            </a:p>
          </p:txBody>
        </p:sp>
      </p:grpSp>
      <p:sp>
        <p:nvSpPr>
          <p:cNvPr id="34" name="Rectangle: Rounded Corners 6">
            <a:extLst>
              <a:ext uri="{FF2B5EF4-FFF2-40B4-BE49-F238E27FC236}">
                <a16:creationId xmlns:a16="http://schemas.microsoft.com/office/drawing/2014/main" id="{20A4AEE5-EB12-F439-27AD-FFF3A26A5DCE}"/>
              </a:ext>
            </a:extLst>
          </p:cNvPr>
          <p:cNvSpPr/>
          <p:nvPr/>
        </p:nvSpPr>
        <p:spPr>
          <a:xfrm rot="16200000">
            <a:off x="3894999" y="5534237"/>
            <a:ext cx="3041047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63" name="Table 2">
            <a:extLst>
              <a:ext uri="{FF2B5EF4-FFF2-40B4-BE49-F238E27FC236}">
                <a16:creationId xmlns:a16="http://schemas.microsoft.com/office/drawing/2014/main" id="{052931F8-FE36-F54B-D5E6-1F55A7203A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716843"/>
              </p:ext>
            </p:extLst>
          </p:nvPr>
        </p:nvGraphicFramePr>
        <p:xfrm>
          <a:off x="1764614" y="2977702"/>
          <a:ext cx="3416428" cy="391447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77661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871728">
                  <a:extLst>
                    <a:ext uri="{9D8B030D-6E8A-4147-A177-3AD203B41FA5}">
                      <a16:colId xmlns:a16="http://schemas.microsoft.com/office/drawing/2014/main" val="3008044534"/>
                    </a:ext>
                  </a:extLst>
                </a:gridCol>
                <a:gridCol w="646176">
                  <a:extLst>
                    <a:ext uri="{9D8B030D-6E8A-4147-A177-3AD203B41FA5}">
                      <a16:colId xmlns:a16="http://schemas.microsoft.com/office/drawing/2014/main" val="1343597442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876575035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384049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301662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4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CameraID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2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▼</a:t>
                      </a:r>
                      <a:endParaRPr lang="en-US" sz="12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2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▼</a:t>
                      </a:r>
                      <a:endParaRPr lang="en-US" sz="12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>
                          <a:solidFill>
                            <a:srgbClr val="FF0000"/>
                          </a:solidFill>
                        </a:rPr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▼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▼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100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▼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▼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▼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▼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▼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▼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▼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▼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▼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9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▼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▼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▼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4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9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▼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▼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91968"/>
                  </a:ext>
                </a:extLst>
              </a:tr>
              <a:tr h="294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9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▼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▼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0939"/>
                  </a:ext>
                </a:extLst>
              </a:tr>
              <a:tr h="294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*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➕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660575"/>
                  </a:ext>
                </a:extLst>
              </a:tr>
            </a:tbl>
          </a:graphicData>
        </a:graphic>
      </p:graphicFrame>
      <p:sp>
        <p:nvSpPr>
          <p:cNvPr id="65" name="Rectangle: Rounded Corners 6">
            <a:extLst>
              <a:ext uri="{FF2B5EF4-FFF2-40B4-BE49-F238E27FC236}">
                <a16:creationId xmlns:a16="http://schemas.microsoft.com/office/drawing/2014/main" id="{C51F618B-3D7E-FB2B-F555-106233BF71CA}"/>
              </a:ext>
            </a:extLst>
          </p:cNvPr>
          <p:cNvSpPr/>
          <p:nvPr/>
        </p:nvSpPr>
        <p:spPr>
          <a:xfrm rot="16200000">
            <a:off x="3851107" y="21357870"/>
            <a:ext cx="324396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55DF6AF-609C-5D06-3940-63BCB2DCA191}"/>
              </a:ext>
            </a:extLst>
          </p:cNvPr>
          <p:cNvGrpSpPr/>
          <p:nvPr/>
        </p:nvGrpSpPr>
        <p:grpSpPr>
          <a:xfrm>
            <a:off x="1681631" y="2309085"/>
            <a:ext cx="951266" cy="374028"/>
            <a:chOff x="1654784" y="1931142"/>
            <a:chExt cx="951266" cy="374028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1029332-F44D-77BC-B108-4C0459D32651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6BF2DE7-CF29-6039-336E-FAF903E6C1D5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Water Level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9DA26CD-06C2-7FE5-FFE1-3FF3AE67629C}"/>
              </a:ext>
            </a:extLst>
          </p:cNvPr>
          <p:cNvGrpSpPr/>
          <p:nvPr/>
        </p:nvGrpSpPr>
        <p:grpSpPr>
          <a:xfrm>
            <a:off x="1696871" y="7852880"/>
            <a:ext cx="951266" cy="374028"/>
            <a:chOff x="1654784" y="1931142"/>
            <a:chExt cx="951266" cy="374028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B258872E-A80E-469D-61B1-A10FE5195AF2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6F3A110-8A96-57CC-AEDD-1C651A45D7C4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Velocity</a:t>
              </a: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2459CC8-BCF2-7F4E-F65F-F01AC0229E4B}"/>
              </a:ext>
            </a:extLst>
          </p:cNvPr>
          <p:cNvGrpSpPr/>
          <p:nvPr/>
        </p:nvGrpSpPr>
        <p:grpSpPr>
          <a:xfrm>
            <a:off x="3968452" y="940441"/>
            <a:ext cx="951266" cy="374028"/>
            <a:chOff x="1654784" y="1931142"/>
            <a:chExt cx="951266" cy="374028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C25D32CE-DA52-24E2-8CE8-08AB0AC62C19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D7158DC8-B1F9-3F13-338A-40A78FC5E606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sp>
        <p:nvSpPr>
          <p:cNvPr id="135" name="Rectangle: Rounded Corners 6">
            <a:extLst>
              <a:ext uri="{FF2B5EF4-FFF2-40B4-BE49-F238E27FC236}">
                <a16:creationId xmlns:a16="http://schemas.microsoft.com/office/drawing/2014/main" id="{E393E7ED-5FA0-DD9C-6C6A-BDB72B98FE14}"/>
              </a:ext>
            </a:extLst>
          </p:cNvPr>
          <p:cNvSpPr/>
          <p:nvPr/>
        </p:nvSpPr>
        <p:spPr>
          <a:xfrm rot="16200000">
            <a:off x="4445307" y="10290567"/>
            <a:ext cx="1842624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44776AF2-A98E-2945-C06B-F5E7397B0E5E}"/>
              </a:ext>
            </a:extLst>
          </p:cNvPr>
          <p:cNvGrpSpPr/>
          <p:nvPr/>
        </p:nvGrpSpPr>
        <p:grpSpPr>
          <a:xfrm>
            <a:off x="1632729" y="13132946"/>
            <a:ext cx="951266" cy="374028"/>
            <a:chOff x="1654784" y="1931142"/>
            <a:chExt cx="951266" cy="374028"/>
          </a:xfrm>
        </p:grpSpPr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2075FE3A-C8EA-C921-083C-0E03C7EBD1B2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0ECDD99F-C7B8-E34A-7690-54C7EC704785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Direction</a:t>
              </a: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7888CE6A-E8DF-B8C4-0B9B-5BF5F55D1373}"/>
              </a:ext>
            </a:extLst>
          </p:cNvPr>
          <p:cNvGrpSpPr/>
          <p:nvPr/>
        </p:nvGrpSpPr>
        <p:grpSpPr>
          <a:xfrm>
            <a:off x="2106985" y="15200769"/>
            <a:ext cx="951266" cy="374028"/>
            <a:chOff x="1654784" y="1931142"/>
            <a:chExt cx="951266" cy="374028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B83D4136-CBCD-DA10-D13C-AB75003020FF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B7659FF5-6CA8-DEBB-F3A8-134FA9D83B9E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Color</a:t>
              </a:r>
              <a:endPara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131EDB8D-A877-CDF5-445E-A50FD9476C28}"/>
              </a:ext>
            </a:extLst>
          </p:cNvPr>
          <p:cNvGrpSpPr/>
          <p:nvPr/>
        </p:nvGrpSpPr>
        <p:grpSpPr>
          <a:xfrm>
            <a:off x="1677419" y="15193068"/>
            <a:ext cx="951266" cy="374028"/>
            <a:chOff x="1654784" y="1931142"/>
            <a:chExt cx="951266" cy="374028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CFA7B813-4884-1E65-C08F-31843C784BCB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D44A87B0-E968-1B5B-957D-D1142B69BECB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Garbage</a:t>
              </a:r>
              <a:endPara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A2E018CE-1C30-9F71-28A0-94C4B2539B5B}"/>
              </a:ext>
            </a:extLst>
          </p:cNvPr>
          <p:cNvGrpSpPr/>
          <p:nvPr/>
        </p:nvGrpSpPr>
        <p:grpSpPr>
          <a:xfrm>
            <a:off x="1622643" y="18192103"/>
            <a:ext cx="951266" cy="374028"/>
            <a:chOff x="1654784" y="1931142"/>
            <a:chExt cx="951266" cy="374028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135ED3BF-0436-B1FB-CC3B-898A09D5C426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D8630CF6-5888-35D8-2108-68301E195E11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Rain Level</a:t>
              </a:r>
              <a:endParaRPr kumimoji="0" lang="th-T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  <p:graphicFrame>
        <p:nvGraphicFramePr>
          <p:cNvPr id="159" name="Table 2">
            <a:extLst>
              <a:ext uri="{FF2B5EF4-FFF2-40B4-BE49-F238E27FC236}">
                <a16:creationId xmlns:a16="http://schemas.microsoft.com/office/drawing/2014/main" id="{C423C110-D1EF-BC78-29C7-66EFEB611F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149623"/>
              </p:ext>
            </p:extLst>
          </p:nvPr>
        </p:nvGraphicFramePr>
        <p:xfrm>
          <a:off x="1759995" y="8362590"/>
          <a:ext cx="4226957" cy="229912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61666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468522">
                  <a:extLst>
                    <a:ext uri="{9D8B030D-6E8A-4147-A177-3AD203B41FA5}">
                      <a16:colId xmlns:a16="http://schemas.microsoft.com/office/drawing/2014/main" val="1295599446"/>
                    </a:ext>
                  </a:extLst>
                </a:gridCol>
                <a:gridCol w="542544">
                  <a:extLst>
                    <a:ext uri="{9D8B030D-6E8A-4147-A177-3AD203B41FA5}">
                      <a16:colId xmlns:a16="http://schemas.microsoft.com/office/drawing/2014/main" val="3619647352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197602551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3157551635"/>
                    </a:ext>
                  </a:extLst>
                </a:gridCol>
                <a:gridCol w="434113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4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Point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Point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Horizon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Vertical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900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600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700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4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*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➕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660575"/>
                  </a:ext>
                </a:extLst>
              </a:tr>
            </a:tbl>
          </a:graphicData>
        </a:graphic>
      </p:graphicFrame>
      <p:sp>
        <p:nvSpPr>
          <p:cNvPr id="160" name="Rectangle: Rounded Corners 6">
            <a:extLst>
              <a:ext uri="{FF2B5EF4-FFF2-40B4-BE49-F238E27FC236}">
                <a16:creationId xmlns:a16="http://schemas.microsoft.com/office/drawing/2014/main" id="{5505D340-7BE7-5A59-3BE6-FAB0464C0C9B}"/>
              </a:ext>
            </a:extLst>
          </p:cNvPr>
          <p:cNvSpPr/>
          <p:nvPr/>
        </p:nvSpPr>
        <p:spPr>
          <a:xfrm rot="16200000">
            <a:off x="4344720" y="8192911"/>
            <a:ext cx="205026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5351822C-F329-CC52-54B8-FEEAE9340662}"/>
              </a:ext>
            </a:extLst>
          </p:cNvPr>
          <p:cNvGrpSpPr/>
          <p:nvPr/>
        </p:nvGrpSpPr>
        <p:grpSpPr>
          <a:xfrm>
            <a:off x="1687124" y="10983991"/>
            <a:ext cx="951266" cy="374028"/>
            <a:chOff x="1654784" y="1931142"/>
            <a:chExt cx="951266" cy="374028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EBB96829-3744-5EC6-7134-7328A420A554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DA2D24FE-AC02-7CAC-63F9-39244B3F51D9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Flow</a:t>
              </a:r>
            </a:p>
          </p:txBody>
        </p:sp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14F4BAD-B941-4C5A-64BE-16307E89C9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808342"/>
              </p:ext>
            </p:extLst>
          </p:nvPr>
        </p:nvGraphicFramePr>
        <p:xfrm>
          <a:off x="1724842" y="13959801"/>
          <a:ext cx="2151998" cy="91440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51998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Right – Left</a:t>
                      </a:r>
                      <a:endParaRPr kumimoji="0" lang="th-TH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Left - Right</a:t>
                      </a:r>
                      <a:endParaRPr kumimoji="0" lang="th-TH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Forward – </a:t>
                      </a:r>
                      <a:r>
                        <a:rPr kumimoji="0" lang="en-US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Baclward</a:t>
                      </a:r>
                      <a:endParaRPr kumimoji="0" lang="th-TH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607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Backward - Forward</a:t>
                      </a:r>
                      <a:endParaRPr kumimoji="0" lang="th-TH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445662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A06FD38B-0D48-1044-550C-CC4DFD86E048}"/>
              </a:ext>
            </a:extLst>
          </p:cNvPr>
          <p:cNvGrpSpPr/>
          <p:nvPr/>
        </p:nvGrpSpPr>
        <p:grpSpPr>
          <a:xfrm>
            <a:off x="1643843" y="13496020"/>
            <a:ext cx="2226041" cy="427369"/>
            <a:chOff x="53186" y="448089"/>
            <a:chExt cx="4465099" cy="427369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8F35700-E6BB-EE0B-4A98-FFA003836097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CA0DF3D-F917-A743-A688-3B219B88C827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Move</a:t>
              </a: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08FB6C-75FB-A634-55C0-37DD00C7A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371487"/>
              </p:ext>
            </p:extLst>
          </p:nvPr>
        </p:nvGraphicFramePr>
        <p:xfrm>
          <a:off x="1759995" y="11851278"/>
          <a:ext cx="2151998" cy="91440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51998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  <a:endParaRPr kumimoji="0" lang="th-TH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  <a:endParaRPr kumimoji="0" lang="th-TH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  <a:endParaRPr kumimoji="0" lang="th-TH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607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</a:t>
                      </a:r>
                      <a:endParaRPr kumimoji="0" lang="th-TH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445662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0B0E2CD2-07EF-543B-81C7-48E75F3B3AD0}"/>
              </a:ext>
            </a:extLst>
          </p:cNvPr>
          <p:cNvGrpSpPr/>
          <p:nvPr/>
        </p:nvGrpSpPr>
        <p:grpSpPr>
          <a:xfrm>
            <a:off x="1690571" y="11410647"/>
            <a:ext cx="2226041" cy="427369"/>
            <a:chOff x="53186" y="448089"/>
            <a:chExt cx="4465099" cy="42736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0DAF4A8-8BF5-D0C4-D546-D166CBC5B95A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8001FC5-3436-9B81-76FA-5F38278C9C8F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AreaID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63B52B8-545B-2D5F-00B9-58F0FDF4B98C}"/>
              </a:ext>
            </a:extLst>
          </p:cNvPr>
          <p:cNvSpPr/>
          <p:nvPr/>
        </p:nvSpPr>
        <p:spPr>
          <a:xfrm>
            <a:off x="8293065" y="21563759"/>
            <a:ext cx="582964" cy="27427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Delete</a:t>
            </a:r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</a:t>
            </a:r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E2834E40-59C1-024A-BCAB-8409A35CA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087417"/>
              </p:ext>
            </p:extLst>
          </p:nvPr>
        </p:nvGraphicFramePr>
        <p:xfrm>
          <a:off x="1696686" y="18678182"/>
          <a:ext cx="4226957" cy="229912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61666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468522">
                  <a:extLst>
                    <a:ext uri="{9D8B030D-6E8A-4147-A177-3AD203B41FA5}">
                      <a16:colId xmlns:a16="http://schemas.microsoft.com/office/drawing/2014/main" val="1295599446"/>
                    </a:ext>
                  </a:extLst>
                </a:gridCol>
                <a:gridCol w="542544">
                  <a:extLst>
                    <a:ext uri="{9D8B030D-6E8A-4147-A177-3AD203B41FA5}">
                      <a16:colId xmlns:a16="http://schemas.microsoft.com/office/drawing/2014/main" val="3619647352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197602551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3157551635"/>
                    </a:ext>
                  </a:extLst>
                </a:gridCol>
                <a:gridCol w="434113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4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Point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Point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Horizon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Vertical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900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600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700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4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*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➕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660575"/>
                  </a:ext>
                </a:extLst>
              </a:tr>
            </a:tbl>
          </a:graphicData>
        </a:graphic>
      </p:graphicFrame>
      <p:graphicFrame>
        <p:nvGraphicFramePr>
          <p:cNvPr id="16" name="Table 2">
            <a:extLst>
              <a:ext uri="{FF2B5EF4-FFF2-40B4-BE49-F238E27FC236}">
                <a16:creationId xmlns:a16="http://schemas.microsoft.com/office/drawing/2014/main" id="{89051EA4-80E2-890B-A22C-2538D7A416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0087417"/>
              </p:ext>
            </p:extLst>
          </p:nvPr>
        </p:nvGraphicFramePr>
        <p:xfrm>
          <a:off x="1720481" y="15691516"/>
          <a:ext cx="4226957" cy="229912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61666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468522">
                  <a:extLst>
                    <a:ext uri="{9D8B030D-6E8A-4147-A177-3AD203B41FA5}">
                      <a16:colId xmlns:a16="http://schemas.microsoft.com/office/drawing/2014/main" val="1295599446"/>
                    </a:ext>
                  </a:extLst>
                </a:gridCol>
                <a:gridCol w="542544">
                  <a:extLst>
                    <a:ext uri="{9D8B030D-6E8A-4147-A177-3AD203B41FA5}">
                      <a16:colId xmlns:a16="http://schemas.microsoft.com/office/drawing/2014/main" val="3619647352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1197602551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3157551635"/>
                    </a:ext>
                  </a:extLst>
                </a:gridCol>
                <a:gridCol w="434113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4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Point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Point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Horizon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Vertical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900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>
                          <a:solidFill>
                            <a:srgbClr val="FF000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600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700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34188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4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*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➕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66057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F5D3807-3D7A-18E7-E393-D8EF0F346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741667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Station 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:a16="http://schemas.microsoft.com/office/drawing/2014/main" id="{1A5A2F07-5D83-8ED8-A403-685D5E7D1D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9E0B8378-23A6-1DF6-EF76-02C2BAEC09E6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0F38D28-A32A-C63B-091E-D6C1F3FA4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29" name="Flowchart: Connector 28">
              <a:extLst>
                <a:ext uri="{FF2B5EF4-FFF2-40B4-BE49-F238E27FC236}">
                  <a16:creationId xmlns:a16="http://schemas.microsoft.com/office/drawing/2014/main" id="{62A65989-08BA-C474-2790-53D52C4B4314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AFEC7D-7B52-1C2E-CF13-F33CF2D4A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884527"/>
              </p:ext>
            </p:extLst>
          </p:nvPr>
        </p:nvGraphicFramePr>
        <p:xfrm>
          <a:off x="-5080" y="542630"/>
          <a:ext cx="1515962" cy="4195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68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17927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Camera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Area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3675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572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8840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31C26-CC9D-39AF-F0A6-765900838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2221156C-F2C7-EDFB-E053-6093B780B461}"/>
              </a:ext>
            </a:extLst>
          </p:cNvPr>
          <p:cNvSpPr/>
          <p:nvPr/>
        </p:nvSpPr>
        <p:spPr>
          <a:xfrm>
            <a:off x="1628315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Camera (300)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6B4ABE-819B-EE7A-1622-2855C3DB3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096855"/>
              </p:ext>
            </p:extLst>
          </p:nvPr>
        </p:nvGraphicFramePr>
        <p:xfrm>
          <a:off x="1624683" y="1995047"/>
          <a:ext cx="7519317" cy="2691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30915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1259539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1401992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952130">
                  <a:extLst>
                    <a:ext uri="{9D8B030D-6E8A-4147-A177-3AD203B41FA5}">
                      <a16:colId xmlns:a16="http://schemas.microsoft.com/office/drawing/2014/main" val="1478680236"/>
                    </a:ext>
                  </a:extLst>
                </a:gridCol>
                <a:gridCol w="2895840">
                  <a:extLst>
                    <a:ext uri="{9D8B030D-6E8A-4147-A177-3AD203B41FA5}">
                      <a16:colId xmlns:a16="http://schemas.microsoft.com/office/drawing/2014/main" val="2047957105"/>
                    </a:ext>
                  </a:extLst>
                </a:gridCol>
                <a:gridCol w="678901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CameraID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Camera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Remark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โครงการส่งน้ำ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มหาสารคาม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สำนัก 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120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การไฟฟ้า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145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การประปา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ทดสอบ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ลำปลายมาศ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Deactivated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4" name="Rectangle: Rounded Corners 6">
            <a:extLst>
              <a:ext uri="{FF2B5EF4-FFF2-40B4-BE49-F238E27FC236}">
                <a16:creationId xmlns:a16="http://schemas.microsoft.com/office/drawing/2014/main" id="{CE86C028-6960-C8DC-0C90-2B50914FD7CF}"/>
              </a:ext>
            </a:extLst>
          </p:cNvPr>
          <p:cNvSpPr/>
          <p:nvPr/>
        </p:nvSpPr>
        <p:spPr>
          <a:xfrm rot="16200000">
            <a:off x="5143278" y="-2597178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61FC74A-E66D-BED1-DF52-A9F412BAB4B2}"/>
              </a:ext>
            </a:extLst>
          </p:cNvPr>
          <p:cNvSpPr/>
          <p:nvPr/>
        </p:nvSpPr>
        <p:spPr>
          <a:xfrm rot="16200000">
            <a:off x="5143278" y="-2005675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12EF5E-130C-D9CB-DA6B-B4DE2E2667B9}"/>
              </a:ext>
            </a:extLst>
          </p:cNvPr>
          <p:cNvSpPr/>
          <p:nvPr/>
        </p:nvSpPr>
        <p:spPr>
          <a:xfrm>
            <a:off x="8422144" y="1615029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Add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5CD2B76-126B-A756-B4D1-DD729F0D6C24}"/>
              </a:ext>
            </a:extLst>
          </p:cNvPr>
          <p:cNvGrpSpPr/>
          <p:nvPr/>
        </p:nvGrpSpPr>
        <p:grpSpPr>
          <a:xfrm>
            <a:off x="1740708" y="1056102"/>
            <a:ext cx="2151998" cy="256198"/>
            <a:chOff x="201705" y="645906"/>
            <a:chExt cx="4316580" cy="25619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4AD53F5-97E2-C248-2C5F-CB20A012EBD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A37CFD6-27F8-969D-0BC7-17E05D973BCA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91640B-B617-4B6F-02AB-80E1C8BF40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981140"/>
              </p:ext>
            </p:extLst>
          </p:nvPr>
        </p:nvGraphicFramePr>
        <p:xfrm>
          <a:off x="-5080" y="542630"/>
          <a:ext cx="1515962" cy="4195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68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17927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Camera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Area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50770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44005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46487B-D686-BC7B-5399-007E3DF3C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054683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Station 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6E3D3E7C-CE66-94F2-379E-A021F8BCB5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033429C-6867-62AB-28C8-B37639B4BB9A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63E47E2-7953-DB99-B2C9-C306820E39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A35F3491-F1DE-191B-DA93-0FD2C59C19BB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0353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11BD50-0FC2-C148-FE39-FF9A74DF5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: Rounded Corners 6">
            <a:extLst>
              <a:ext uri="{FF2B5EF4-FFF2-40B4-BE49-F238E27FC236}">
                <a16:creationId xmlns:a16="http://schemas.microsoft.com/office/drawing/2014/main" id="{F4439F82-CD6D-E532-4D83-EABFA0215F7E}"/>
              </a:ext>
            </a:extLst>
          </p:cNvPr>
          <p:cNvSpPr/>
          <p:nvPr/>
        </p:nvSpPr>
        <p:spPr>
          <a:xfrm rot="16200000">
            <a:off x="2367117" y="1275972"/>
            <a:ext cx="6064027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Rectangle: Rounded Corners 6">
            <a:extLst>
              <a:ext uri="{FF2B5EF4-FFF2-40B4-BE49-F238E27FC236}">
                <a16:creationId xmlns:a16="http://schemas.microsoft.com/office/drawing/2014/main" id="{359160DD-E2D3-DD90-5280-8A7C14313F8F}"/>
              </a:ext>
            </a:extLst>
          </p:cNvPr>
          <p:cNvSpPr/>
          <p:nvPr/>
        </p:nvSpPr>
        <p:spPr>
          <a:xfrm rot="16200000">
            <a:off x="5150625" y="10498980"/>
            <a:ext cx="49699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1" name="Rectangle: Rounded Corners 6">
            <a:extLst>
              <a:ext uri="{FF2B5EF4-FFF2-40B4-BE49-F238E27FC236}">
                <a16:creationId xmlns:a16="http://schemas.microsoft.com/office/drawing/2014/main" id="{F3F15C48-DE73-04D6-A85A-D50F45AAA1D0}"/>
              </a:ext>
            </a:extLst>
          </p:cNvPr>
          <p:cNvSpPr/>
          <p:nvPr/>
        </p:nvSpPr>
        <p:spPr>
          <a:xfrm rot="16200000">
            <a:off x="4917549" y="-2362171"/>
            <a:ext cx="963149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6469BB8B-45AE-6B5D-E525-F0145581610F}"/>
              </a:ext>
            </a:extLst>
          </p:cNvPr>
          <p:cNvSpPr/>
          <p:nvPr/>
        </p:nvSpPr>
        <p:spPr>
          <a:xfrm>
            <a:off x="1641279" y="540951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Camera - Add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C1E511A-EC63-93FA-DF7A-5E7BD4C4C6B8}"/>
              </a:ext>
            </a:extLst>
          </p:cNvPr>
          <p:cNvGrpSpPr/>
          <p:nvPr/>
        </p:nvGrpSpPr>
        <p:grpSpPr>
          <a:xfrm>
            <a:off x="1646438" y="917418"/>
            <a:ext cx="2226041" cy="427369"/>
            <a:chOff x="53186" y="448089"/>
            <a:chExt cx="4465099" cy="427369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322FFD0F-3CD7-D851-3243-BA317719C40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DA4CFA5-0023-EE06-5552-235837D2C541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CameraID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5AA9AFD-8B8B-BA5B-F40A-4F2CB52ED179}"/>
              </a:ext>
            </a:extLst>
          </p:cNvPr>
          <p:cNvGrpSpPr/>
          <p:nvPr/>
        </p:nvGrpSpPr>
        <p:grpSpPr>
          <a:xfrm>
            <a:off x="1715266" y="5047788"/>
            <a:ext cx="2226041" cy="427369"/>
            <a:chOff x="1709170" y="2402458"/>
            <a:chExt cx="2226041" cy="427369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2EE98C17-5787-DF2B-55E9-DA387DCABFF1}"/>
                </a:ext>
              </a:extLst>
            </p:cNvPr>
            <p:cNvSpPr/>
            <p:nvPr/>
          </p:nvSpPr>
          <p:spPr>
            <a:xfrm>
              <a:off x="1783213" y="2600275"/>
              <a:ext cx="2151998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FC677B2-BE4F-CBE3-4CB1-41847FB13625}"/>
                </a:ext>
              </a:extLst>
            </p:cNvPr>
            <p:cNvSpPr txBox="1"/>
            <p:nvPr/>
          </p:nvSpPr>
          <p:spPr>
            <a:xfrm>
              <a:off x="1709170" y="2402458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RSTP_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IP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C76DB0C-C88E-DC11-7C6E-1B02004B1946}"/>
              </a:ext>
            </a:extLst>
          </p:cNvPr>
          <p:cNvGrpSpPr/>
          <p:nvPr/>
        </p:nvGrpSpPr>
        <p:grpSpPr>
          <a:xfrm>
            <a:off x="1741791" y="14134816"/>
            <a:ext cx="1309136" cy="274276"/>
            <a:chOff x="201705" y="1222678"/>
            <a:chExt cx="1309136" cy="274276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C246E2E2-3D6C-C147-FEF1-DD2809543D41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บันทึก</a:t>
              </a:r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91FE7D69-682C-B650-C34D-B5206D1424F1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ยกเลิก</a:t>
              </a: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F4A07723-CCF6-2BE2-D70A-D3C5E37CB92F}"/>
              </a:ext>
            </a:extLst>
          </p:cNvPr>
          <p:cNvGrpSpPr/>
          <p:nvPr/>
        </p:nvGrpSpPr>
        <p:grpSpPr>
          <a:xfrm>
            <a:off x="1732897" y="7535784"/>
            <a:ext cx="2226041" cy="427369"/>
            <a:chOff x="53186" y="448089"/>
            <a:chExt cx="4465099" cy="427369"/>
          </a:xfrm>
        </p:grpSpPr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634A785C-4985-694F-77E3-53D8C9344955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8FC49B30-6F1C-DEE5-C14D-5980961454AB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Onvif_IP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4" name="Group 69">
            <a:extLst>
              <a:ext uri="{FF2B5EF4-FFF2-40B4-BE49-F238E27FC236}">
                <a16:creationId xmlns:a16="http://schemas.microsoft.com/office/drawing/2014/main" id="{FFB637F3-B766-FDAC-3F90-52729A209245}"/>
              </a:ext>
            </a:extLst>
          </p:cNvPr>
          <p:cNvGrpSpPr/>
          <p:nvPr/>
        </p:nvGrpSpPr>
        <p:grpSpPr>
          <a:xfrm>
            <a:off x="1646102" y="1301808"/>
            <a:ext cx="2226041" cy="427369"/>
            <a:chOff x="53186" y="448089"/>
            <a:chExt cx="4465099" cy="427369"/>
          </a:xfrm>
        </p:grpSpPr>
        <p:sp>
          <p:nvSpPr>
            <p:cNvPr id="6" name="Rectangle: Rounded Corners 70">
              <a:extLst>
                <a:ext uri="{FF2B5EF4-FFF2-40B4-BE49-F238E27FC236}">
                  <a16:creationId xmlns:a16="http://schemas.microsoft.com/office/drawing/2014/main" id="{B84609BE-C0AE-7BFD-0C58-8BD98224D0DE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7" name="TextBox 71">
              <a:extLst>
                <a:ext uri="{FF2B5EF4-FFF2-40B4-BE49-F238E27FC236}">
                  <a16:creationId xmlns:a16="http://schemas.microsoft.com/office/drawing/2014/main" id="{5418B811-3163-6A2F-9848-103A1498EB7D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Camera Name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A8A03DE-2BE4-7EFE-D27B-FDEFAC115753}"/>
              </a:ext>
            </a:extLst>
          </p:cNvPr>
          <p:cNvGrpSpPr/>
          <p:nvPr/>
        </p:nvGrpSpPr>
        <p:grpSpPr>
          <a:xfrm>
            <a:off x="5413690" y="5487523"/>
            <a:ext cx="1061477" cy="431682"/>
            <a:chOff x="4148770" y="2811713"/>
            <a:chExt cx="1061477" cy="431682"/>
          </a:xfrm>
        </p:grpSpPr>
        <p:sp>
          <p:nvSpPr>
            <p:cNvPr id="52" name="Rectangle: Rounded Corners 106">
              <a:extLst>
                <a:ext uri="{FF2B5EF4-FFF2-40B4-BE49-F238E27FC236}">
                  <a16:creationId xmlns:a16="http://schemas.microsoft.com/office/drawing/2014/main" id="{1B88B652-8AA1-EA3D-1A49-98D89320EF71}"/>
                </a:ext>
              </a:extLst>
            </p:cNvPr>
            <p:cNvSpPr/>
            <p:nvPr/>
          </p:nvSpPr>
          <p:spPr>
            <a:xfrm>
              <a:off x="4194203" y="3013843"/>
              <a:ext cx="1016044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54" name="TextBox 107">
              <a:extLst>
                <a:ext uri="{FF2B5EF4-FFF2-40B4-BE49-F238E27FC236}">
                  <a16:creationId xmlns:a16="http://schemas.microsoft.com/office/drawing/2014/main" id="{0739D54E-B7AA-7E3E-D9DC-0D4B9F6F04FA}"/>
                </a:ext>
              </a:extLst>
            </p:cNvPr>
            <p:cNvSpPr txBox="1"/>
            <p:nvPr/>
          </p:nvSpPr>
          <p:spPr>
            <a:xfrm>
              <a:off x="4148770" y="2811713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FPS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F02CEA4-FB7C-0A2B-9E22-693832C35D03}"/>
              </a:ext>
            </a:extLst>
          </p:cNvPr>
          <p:cNvGrpSpPr/>
          <p:nvPr/>
        </p:nvGrpSpPr>
        <p:grpSpPr>
          <a:xfrm>
            <a:off x="1717374" y="5467210"/>
            <a:ext cx="2223933" cy="427369"/>
            <a:chOff x="1717374" y="4022569"/>
            <a:chExt cx="2223933" cy="427369"/>
          </a:xfrm>
        </p:grpSpPr>
        <p:sp>
          <p:nvSpPr>
            <p:cNvPr id="35" name="Rectangle: Rounded Corners 106">
              <a:extLst>
                <a:ext uri="{FF2B5EF4-FFF2-40B4-BE49-F238E27FC236}">
                  <a16:creationId xmlns:a16="http://schemas.microsoft.com/office/drawing/2014/main" id="{4877C194-3B2E-FF66-225D-5D317B121BFD}"/>
                </a:ext>
              </a:extLst>
            </p:cNvPr>
            <p:cNvSpPr/>
            <p:nvPr/>
          </p:nvSpPr>
          <p:spPr>
            <a:xfrm>
              <a:off x="1791418" y="4220386"/>
              <a:ext cx="2149889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solidFill>
                    <a:prstClr val="black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6" name="TextBox 107">
              <a:extLst>
                <a:ext uri="{FF2B5EF4-FFF2-40B4-BE49-F238E27FC236}">
                  <a16:creationId xmlns:a16="http://schemas.microsoft.com/office/drawing/2014/main" id="{C8A12B58-93D1-F203-8B73-B459AD809BDE}"/>
                </a:ext>
              </a:extLst>
            </p:cNvPr>
            <p:cNvSpPr txBox="1"/>
            <p:nvPr/>
          </p:nvSpPr>
          <p:spPr>
            <a:xfrm>
              <a:off x="1717374" y="4022569"/>
              <a:ext cx="125971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Profile (Model Trained)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75E18D3-DE5A-4EB3-A9A9-1A230804DB3F}"/>
              </a:ext>
            </a:extLst>
          </p:cNvPr>
          <p:cNvGrpSpPr/>
          <p:nvPr/>
        </p:nvGrpSpPr>
        <p:grpSpPr>
          <a:xfrm>
            <a:off x="4112194" y="5020249"/>
            <a:ext cx="1087091" cy="454908"/>
            <a:chOff x="4136578" y="2374919"/>
            <a:chExt cx="1087091" cy="45490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55E3463-2FA6-ED33-819A-277848896DDD}"/>
                </a:ext>
              </a:extLst>
            </p:cNvPr>
            <p:cNvSpPr txBox="1"/>
            <p:nvPr/>
          </p:nvSpPr>
          <p:spPr>
            <a:xfrm>
              <a:off x="4136578" y="2374919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Port</a:t>
              </a:r>
            </a:p>
          </p:txBody>
        </p:sp>
        <p:sp>
          <p:nvSpPr>
            <p:cNvPr id="48" name="Rectangle: Rounded Corners 106">
              <a:extLst>
                <a:ext uri="{FF2B5EF4-FFF2-40B4-BE49-F238E27FC236}">
                  <a16:creationId xmlns:a16="http://schemas.microsoft.com/office/drawing/2014/main" id="{151EC2B4-7DD6-4970-879A-37DE4F495F08}"/>
                </a:ext>
              </a:extLst>
            </p:cNvPr>
            <p:cNvSpPr/>
            <p:nvPr/>
          </p:nvSpPr>
          <p:spPr>
            <a:xfrm>
              <a:off x="4194702" y="2600275"/>
              <a:ext cx="1028967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EC6F644-36E3-143D-0602-9E52EB644B8F}"/>
              </a:ext>
            </a:extLst>
          </p:cNvPr>
          <p:cNvGrpSpPr/>
          <p:nvPr/>
        </p:nvGrpSpPr>
        <p:grpSpPr>
          <a:xfrm>
            <a:off x="5381649" y="5020249"/>
            <a:ext cx="1097060" cy="454908"/>
            <a:chOff x="5406033" y="2374919"/>
            <a:chExt cx="1097060" cy="45490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2668093-E5B6-8877-81A5-BC954014EDA1}"/>
                </a:ext>
              </a:extLst>
            </p:cNvPr>
            <p:cNvSpPr txBox="1"/>
            <p:nvPr/>
          </p:nvSpPr>
          <p:spPr>
            <a:xfrm>
              <a:off x="5406033" y="2374919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Username</a:t>
              </a:r>
            </a:p>
          </p:txBody>
        </p:sp>
        <p:sp>
          <p:nvSpPr>
            <p:cNvPr id="7" name="Rectangle: Rounded Corners 106">
              <a:extLst>
                <a:ext uri="{FF2B5EF4-FFF2-40B4-BE49-F238E27FC236}">
                  <a16:creationId xmlns:a16="http://schemas.microsoft.com/office/drawing/2014/main" id="{B3C9E43A-26C6-2B41-C58C-7E09C745C254}"/>
                </a:ext>
              </a:extLst>
            </p:cNvPr>
            <p:cNvSpPr/>
            <p:nvPr/>
          </p:nvSpPr>
          <p:spPr>
            <a:xfrm>
              <a:off x="5474126" y="2600275"/>
              <a:ext cx="1028967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3B8269B-B761-EEF4-2C2D-3B9412F72A98}"/>
              </a:ext>
            </a:extLst>
          </p:cNvPr>
          <p:cNvGrpSpPr/>
          <p:nvPr/>
        </p:nvGrpSpPr>
        <p:grpSpPr>
          <a:xfrm>
            <a:off x="6649572" y="5014829"/>
            <a:ext cx="1096369" cy="450349"/>
            <a:chOff x="6686148" y="2369499"/>
            <a:chExt cx="1096369" cy="45034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C8BBB9D-4AFC-FE31-0C2F-563A5AB43760}"/>
                </a:ext>
              </a:extLst>
            </p:cNvPr>
            <p:cNvSpPr txBox="1"/>
            <p:nvPr/>
          </p:nvSpPr>
          <p:spPr>
            <a:xfrm>
              <a:off x="6686148" y="2369499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Password</a:t>
              </a:r>
            </a:p>
          </p:txBody>
        </p:sp>
        <p:sp>
          <p:nvSpPr>
            <p:cNvPr id="10" name="Rectangle: Rounded Corners 106">
              <a:extLst>
                <a:ext uri="{FF2B5EF4-FFF2-40B4-BE49-F238E27FC236}">
                  <a16:creationId xmlns:a16="http://schemas.microsoft.com/office/drawing/2014/main" id="{EDB18B63-01EA-08E6-4AFC-9E5650C04C40}"/>
                </a:ext>
              </a:extLst>
            </p:cNvPr>
            <p:cNvSpPr/>
            <p:nvPr/>
          </p:nvSpPr>
          <p:spPr>
            <a:xfrm>
              <a:off x="6753550" y="2590296"/>
              <a:ext cx="1028967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2459CC8-BCF2-7F4E-F65F-F01AC0229E4B}"/>
              </a:ext>
            </a:extLst>
          </p:cNvPr>
          <p:cNvGrpSpPr/>
          <p:nvPr/>
        </p:nvGrpSpPr>
        <p:grpSpPr>
          <a:xfrm>
            <a:off x="3968452" y="940441"/>
            <a:ext cx="951266" cy="374028"/>
            <a:chOff x="1654784" y="1931142"/>
            <a:chExt cx="951266" cy="374028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C25D32CE-DA52-24E2-8CE8-08AB0AC62C19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D7158DC8-B1F9-3F13-338A-40A78FC5E606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8BB34D1-4EA4-0CE0-E714-0E4DEA4066ED}"/>
              </a:ext>
            </a:extLst>
          </p:cNvPr>
          <p:cNvGrpSpPr/>
          <p:nvPr/>
        </p:nvGrpSpPr>
        <p:grpSpPr>
          <a:xfrm>
            <a:off x="4125290" y="5468225"/>
            <a:ext cx="1073995" cy="433587"/>
            <a:chOff x="4122407" y="3199486"/>
            <a:chExt cx="1073995" cy="433587"/>
          </a:xfrm>
        </p:grpSpPr>
        <p:sp>
          <p:nvSpPr>
            <p:cNvPr id="12" name="Rectangle: Rounded Corners 106">
              <a:extLst>
                <a:ext uri="{FF2B5EF4-FFF2-40B4-BE49-F238E27FC236}">
                  <a16:creationId xmlns:a16="http://schemas.microsoft.com/office/drawing/2014/main" id="{0D10B596-83C1-6D50-27BB-C72A94FAFABB}"/>
                </a:ext>
              </a:extLst>
            </p:cNvPr>
            <p:cNvSpPr/>
            <p:nvPr/>
          </p:nvSpPr>
          <p:spPr>
            <a:xfrm>
              <a:off x="4180358" y="3403521"/>
              <a:ext cx="1016044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A4EA1E0-7B67-97B7-28B4-101803E02513}"/>
                </a:ext>
              </a:extLst>
            </p:cNvPr>
            <p:cNvSpPr txBox="1"/>
            <p:nvPr/>
          </p:nvSpPr>
          <p:spPr>
            <a:xfrm>
              <a:off x="4122407" y="3199486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Channels ID</a:t>
              </a:r>
            </a:p>
          </p:txBody>
        </p:sp>
      </p:grp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73EDFB4-CA20-11E2-E675-F381551B5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122532"/>
              </p:ext>
            </p:extLst>
          </p:nvPr>
        </p:nvGraphicFramePr>
        <p:xfrm>
          <a:off x="1805801" y="5923716"/>
          <a:ext cx="2135506" cy="121920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35506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 MP ( </a:t>
                      </a:r>
                      <a:r>
                        <a:rPr lang="en-US" sz="1000" b="0" dirty="0">
                          <a:solidFill>
                            <a:schemeClr val="tx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2592 × 1944 )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 MP ( 2560 x 1440 )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051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 MP ( 2688 x 1520 )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578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 MP ( 1920 x 1080 )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3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 MP ( 1280 x 720 )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214811"/>
                  </a:ext>
                </a:extLst>
              </a:tr>
            </a:tbl>
          </a:graphicData>
        </a:graphic>
      </p:graphicFrame>
      <p:sp>
        <p:nvSpPr>
          <p:cNvPr id="25" name="TextBox 72">
            <a:extLst>
              <a:ext uri="{FF2B5EF4-FFF2-40B4-BE49-F238E27FC236}">
                <a16:creationId xmlns:a16="http://schemas.microsoft.com/office/drawing/2014/main" id="{9D6A7DCC-0263-0756-6161-58AE74E6A2CB}"/>
              </a:ext>
            </a:extLst>
          </p:cNvPr>
          <p:cNvSpPr txBox="1"/>
          <p:nvPr/>
        </p:nvSpPr>
        <p:spPr>
          <a:xfrm>
            <a:off x="4164222" y="5856247"/>
            <a:ext cx="43973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rtsp://&lt;username&gt;:&lt;password&gt;@&lt;IP_address&gt;:&lt;port&gt;/Streaming/Channels/&lt;ID&gt;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665AA7A-A62B-07FD-D7D0-91E48F4B7671}"/>
              </a:ext>
            </a:extLst>
          </p:cNvPr>
          <p:cNvSpPr/>
          <p:nvPr/>
        </p:nvSpPr>
        <p:spPr>
          <a:xfrm>
            <a:off x="8293065" y="14115103"/>
            <a:ext cx="582964" cy="27427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Delete</a:t>
            </a:r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FAA1430-6B9A-8858-2A39-53C30E29ED59}"/>
              </a:ext>
            </a:extLst>
          </p:cNvPr>
          <p:cNvGrpSpPr/>
          <p:nvPr/>
        </p:nvGrpSpPr>
        <p:grpSpPr>
          <a:xfrm>
            <a:off x="4129509" y="7508668"/>
            <a:ext cx="1087091" cy="454908"/>
            <a:chOff x="4136578" y="2374919"/>
            <a:chExt cx="1087091" cy="454908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635AB1B-71E8-53DC-4FD5-AC75DF257515}"/>
                </a:ext>
              </a:extLst>
            </p:cNvPr>
            <p:cNvSpPr txBox="1"/>
            <p:nvPr/>
          </p:nvSpPr>
          <p:spPr>
            <a:xfrm>
              <a:off x="4136578" y="2374919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Port</a:t>
              </a:r>
            </a:p>
          </p:txBody>
        </p:sp>
        <p:sp>
          <p:nvSpPr>
            <p:cNvPr id="40" name="Rectangle: Rounded Corners 106">
              <a:extLst>
                <a:ext uri="{FF2B5EF4-FFF2-40B4-BE49-F238E27FC236}">
                  <a16:creationId xmlns:a16="http://schemas.microsoft.com/office/drawing/2014/main" id="{A0F33199-B30B-1524-FBB3-6FDC526DAA79}"/>
                </a:ext>
              </a:extLst>
            </p:cNvPr>
            <p:cNvSpPr/>
            <p:nvPr/>
          </p:nvSpPr>
          <p:spPr>
            <a:xfrm>
              <a:off x="4194702" y="2600275"/>
              <a:ext cx="1028967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80BDB6C-9C86-16E1-3BEA-3A8FA57E76DF}"/>
              </a:ext>
            </a:extLst>
          </p:cNvPr>
          <p:cNvGrpSpPr/>
          <p:nvPr/>
        </p:nvGrpSpPr>
        <p:grpSpPr>
          <a:xfrm>
            <a:off x="5352633" y="7508668"/>
            <a:ext cx="1097060" cy="454908"/>
            <a:chOff x="5406033" y="2374919"/>
            <a:chExt cx="1097060" cy="454908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9E8BA94-7161-1957-AC46-C58F7CFD7845}"/>
                </a:ext>
              </a:extLst>
            </p:cNvPr>
            <p:cNvSpPr txBox="1"/>
            <p:nvPr/>
          </p:nvSpPr>
          <p:spPr>
            <a:xfrm>
              <a:off x="5406033" y="2374919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Username</a:t>
              </a:r>
            </a:p>
          </p:txBody>
        </p:sp>
        <p:sp>
          <p:nvSpPr>
            <p:cNvPr id="50" name="Rectangle: Rounded Corners 106">
              <a:extLst>
                <a:ext uri="{FF2B5EF4-FFF2-40B4-BE49-F238E27FC236}">
                  <a16:creationId xmlns:a16="http://schemas.microsoft.com/office/drawing/2014/main" id="{C19E77A8-079F-4A8F-3947-27A70168B2D9}"/>
                </a:ext>
              </a:extLst>
            </p:cNvPr>
            <p:cNvSpPr/>
            <p:nvPr/>
          </p:nvSpPr>
          <p:spPr>
            <a:xfrm>
              <a:off x="5474126" y="2600275"/>
              <a:ext cx="1028967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592B118-64A6-F06D-0F34-A1BA93C46FCD}"/>
              </a:ext>
            </a:extLst>
          </p:cNvPr>
          <p:cNvGrpSpPr/>
          <p:nvPr/>
        </p:nvGrpSpPr>
        <p:grpSpPr>
          <a:xfrm>
            <a:off x="6620556" y="7503248"/>
            <a:ext cx="1096369" cy="450349"/>
            <a:chOff x="6686148" y="2369499"/>
            <a:chExt cx="1096369" cy="450349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ED2DE9A-BA57-012F-CFC6-15F94B736905}"/>
                </a:ext>
              </a:extLst>
            </p:cNvPr>
            <p:cNvSpPr txBox="1"/>
            <p:nvPr/>
          </p:nvSpPr>
          <p:spPr>
            <a:xfrm>
              <a:off x="6686148" y="2369499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Password</a:t>
              </a:r>
            </a:p>
          </p:txBody>
        </p:sp>
        <p:sp>
          <p:nvSpPr>
            <p:cNvPr id="56" name="Rectangle: Rounded Corners 106">
              <a:extLst>
                <a:ext uri="{FF2B5EF4-FFF2-40B4-BE49-F238E27FC236}">
                  <a16:creationId xmlns:a16="http://schemas.microsoft.com/office/drawing/2014/main" id="{2B7C24AB-4696-7C62-965B-AC410F5796E1}"/>
                </a:ext>
              </a:extLst>
            </p:cNvPr>
            <p:cNvSpPr/>
            <p:nvPr/>
          </p:nvSpPr>
          <p:spPr>
            <a:xfrm>
              <a:off x="6753550" y="2590296"/>
              <a:ext cx="1028967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04BF781D-DD70-CBEE-1D2E-E3583913777B}"/>
              </a:ext>
            </a:extLst>
          </p:cNvPr>
          <p:cNvSpPr txBox="1"/>
          <p:nvPr/>
        </p:nvSpPr>
        <p:spPr>
          <a:xfrm>
            <a:off x="1937093" y="7233702"/>
            <a:ext cx="17347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Onvif</a:t>
            </a:r>
            <a:r>
              <a:rPr lang="en-US" sz="11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(ONVIF Profile G Specification )</a:t>
            </a:r>
            <a:endParaRPr lang="th-TH" sz="1100" dirty="0"/>
          </a:p>
        </p:txBody>
      </p:sp>
      <p:grpSp>
        <p:nvGrpSpPr>
          <p:cNvPr id="28" name="Group 69">
            <a:extLst>
              <a:ext uri="{FF2B5EF4-FFF2-40B4-BE49-F238E27FC236}">
                <a16:creationId xmlns:a16="http://schemas.microsoft.com/office/drawing/2014/main" id="{DD54A4B6-E7CC-A64D-B382-88EFA8224C2C}"/>
              </a:ext>
            </a:extLst>
          </p:cNvPr>
          <p:cNvGrpSpPr/>
          <p:nvPr/>
        </p:nvGrpSpPr>
        <p:grpSpPr>
          <a:xfrm>
            <a:off x="6539684" y="2074540"/>
            <a:ext cx="2226041" cy="427369"/>
            <a:chOff x="53186" y="448089"/>
            <a:chExt cx="4465099" cy="427369"/>
          </a:xfrm>
        </p:grpSpPr>
        <p:sp>
          <p:nvSpPr>
            <p:cNvPr id="33" name="Rectangle: Rounded Corners 70">
              <a:extLst>
                <a:ext uri="{FF2B5EF4-FFF2-40B4-BE49-F238E27FC236}">
                  <a16:creationId xmlns:a16="http://schemas.microsoft.com/office/drawing/2014/main" id="{21855E06-EB83-B5AE-F99B-487E466EB20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solidFill>
                    <a:prstClr val="black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5" name="TextBox 71">
              <a:extLst>
                <a:ext uri="{FF2B5EF4-FFF2-40B4-BE49-F238E27FC236}">
                  <a16:creationId xmlns:a16="http://schemas.microsoft.com/office/drawing/2014/main" id="{2E322A62-D149-9080-141F-AAD135BCE570}"/>
                </a:ext>
              </a:extLst>
            </p:cNvPr>
            <p:cNvSpPr txBox="1"/>
            <p:nvPr/>
          </p:nvSpPr>
          <p:spPr>
            <a:xfrm>
              <a:off x="53186" y="448089"/>
              <a:ext cx="19080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CCTV_NO</a:t>
              </a:r>
            </a:p>
          </p:txBody>
        </p:sp>
      </p:grpSp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id="{88940E4F-8165-EB4B-4C70-81D2BD3296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191292"/>
              </p:ext>
            </p:extLst>
          </p:nvPr>
        </p:nvGraphicFramePr>
        <p:xfrm>
          <a:off x="6626914" y="2527616"/>
          <a:ext cx="2133492" cy="9753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33492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-- Choose --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825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750692"/>
                  </a:ext>
                </a:extLst>
              </a:tr>
            </a:tbl>
          </a:graphicData>
        </a:graphic>
      </p:graphicFrame>
      <p:sp>
        <p:nvSpPr>
          <p:cNvPr id="76" name="Rectangle 75">
            <a:extLst>
              <a:ext uri="{FF2B5EF4-FFF2-40B4-BE49-F238E27FC236}">
                <a16:creationId xmlns:a16="http://schemas.microsoft.com/office/drawing/2014/main" id="{C86C0FB8-C879-0910-0F31-FB720FA6C8AC}"/>
              </a:ext>
            </a:extLst>
          </p:cNvPr>
          <p:cNvSpPr/>
          <p:nvPr/>
        </p:nvSpPr>
        <p:spPr>
          <a:xfrm>
            <a:off x="1792307" y="7269806"/>
            <a:ext cx="166013" cy="1644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7" name="Rectangle: Rounded Corners 106">
            <a:extLst>
              <a:ext uri="{FF2B5EF4-FFF2-40B4-BE49-F238E27FC236}">
                <a16:creationId xmlns:a16="http://schemas.microsoft.com/office/drawing/2014/main" id="{946EC51B-6805-5EC8-A34A-FEC44B6E38D7}"/>
              </a:ext>
            </a:extLst>
          </p:cNvPr>
          <p:cNvSpPr/>
          <p:nvPr/>
        </p:nvSpPr>
        <p:spPr>
          <a:xfrm>
            <a:off x="1818563" y="2272357"/>
            <a:ext cx="2149889" cy="229552"/>
          </a:xfrm>
          <a:prstGeom prst="roundRect">
            <a:avLst>
              <a:gd name="adj" fmla="val 3340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th-TH" sz="10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▼</a:t>
            </a:r>
            <a:endParaRPr lang="en-US" sz="1000" dirty="0">
              <a:solidFill>
                <a:prstClr val="black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8" name="TextBox 107">
            <a:extLst>
              <a:ext uri="{FF2B5EF4-FFF2-40B4-BE49-F238E27FC236}">
                <a16:creationId xmlns:a16="http://schemas.microsoft.com/office/drawing/2014/main" id="{8548687D-8694-EF76-F9F7-1CE4A189AAB9}"/>
              </a:ext>
            </a:extLst>
          </p:cNvPr>
          <p:cNvSpPr txBox="1"/>
          <p:nvPr/>
        </p:nvSpPr>
        <p:spPr>
          <a:xfrm>
            <a:off x="1730871" y="2074540"/>
            <a:ext cx="12597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latin typeface="TH Sarabun New" panose="020B0500040200020003" pitchFamily="34" charset="-34"/>
                <a:cs typeface="TH Sarabun New" panose="020B0500040200020003" pitchFamily="34" charset="-34"/>
              </a:rPr>
              <a:t>StationID</a:t>
            </a:r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95088D5A-7EAC-222E-E5DE-A219703B5D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862396"/>
              </p:ext>
            </p:extLst>
          </p:nvPr>
        </p:nvGraphicFramePr>
        <p:xfrm>
          <a:off x="1832946" y="2531046"/>
          <a:ext cx="2135506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35506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-- Choose --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TC.04 – </a:t>
                      </a: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สะพานพุทธ (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DeviceID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)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051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TC.12 – </a:t>
                      </a: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กรมชลประทาน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</a:t>
                      </a:r>
                      <a:r>
                        <a:rPr kumimoji="0" lang="th-TH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(</a:t>
                      </a: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DeviceID</a:t>
                      </a: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)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13823"/>
                  </a:ext>
                </a:extLst>
              </a:tr>
            </a:tbl>
          </a:graphicData>
        </a:graphic>
      </p:graphicFrame>
      <p:sp>
        <p:nvSpPr>
          <p:cNvPr id="16" name="Rectangle: Rounded Corners 6">
            <a:extLst>
              <a:ext uri="{FF2B5EF4-FFF2-40B4-BE49-F238E27FC236}">
                <a16:creationId xmlns:a16="http://schemas.microsoft.com/office/drawing/2014/main" id="{C0F8D209-2611-6D2D-8B1B-4F268D94F9EC}"/>
              </a:ext>
            </a:extLst>
          </p:cNvPr>
          <p:cNvSpPr/>
          <p:nvPr/>
        </p:nvSpPr>
        <p:spPr>
          <a:xfrm rot="16200000">
            <a:off x="2563723" y="7282779"/>
            <a:ext cx="5670804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71" name="Table 70">
            <a:extLst>
              <a:ext uri="{FF2B5EF4-FFF2-40B4-BE49-F238E27FC236}">
                <a16:creationId xmlns:a16="http://schemas.microsoft.com/office/drawing/2014/main" id="{C0A59694-A2CB-C0B8-300C-CF688528D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823335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Station 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72" name="Picture 71">
            <a:extLst>
              <a:ext uri="{FF2B5EF4-FFF2-40B4-BE49-F238E27FC236}">
                <a16:creationId xmlns:a16="http://schemas.microsoft.com/office/drawing/2014/main" id="{0372DEBC-329A-905C-0E3F-98460F79F8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0449C5CA-8A0E-3010-3282-25D93E01D145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9618667F-7EE5-98DE-28EC-485B549C4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75" name="Flowchart: Connector 74">
              <a:extLst>
                <a:ext uri="{FF2B5EF4-FFF2-40B4-BE49-F238E27FC236}">
                  <a16:creationId xmlns:a16="http://schemas.microsoft.com/office/drawing/2014/main" id="{FD47ACA1-0036-33B9-5680-87DF69F0A7B5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9160843-BFCA-CC71-D0A6-6ED297303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264362"/>
              </p:ext>
            </p:extLst>
          </p:nvPr>
        </p:nvGraphicFramePr>
        <p:xfrm>
          <a:off x="-5080" y="542630"/>
          <a:ext cx="1515962" cy="4195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68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17927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Camera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Area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50770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44005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902A0870-730B-35A5-D087-BE155583AA55}"/>
              </a:ext>
            </a:extLst>
          </p:cNvPr>
          <p:cNvSpPr txBox="1"/>
          <p:nvPr/>
        </p:nvSpPr>
        <p:spPr>
          <a:xfrm>
            <a:off x="1889161" y="8430646"/>
            <a:ext cx="1553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Upload JPG ( To Another server)</a:t>
            </a:r>
            <a:endParaRPr lang="th-TH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0B4681-C7D5-A417-8DFF-022A4C7504E7}"/>
              </a:ext>
            </a:extLst>
          </p:cNvPr>
          <p:cNvSpPr/>
          <p:nvPr/>
        </p:nvSpPr>
        <p:spPr>
          <a:xfrm>
            <a:off x="1744375" y="8466750"/>
            <a:ext cx="166013" cy="1644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C86B78-99C9-9ED5-663D-EAD7E09B8581}"/>
              </a:ext>
            </a:extLst>
          </p:cNvPr>
          <p:cNvSpPr txBox="1"/>
          <p:nvPr/>
        </p:nvSpPr>
        <p:spPr>
          <a:xfrm>
            <a:off x="1718148" y="12119240"/>
            <a:ext cx="9380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Directory stricture</a:t>
            </a:r>
            <a:endParaRPr lang="th-TH" sz="1100" dirty="0"/>
          </a:p>
        </p:txBody>
      </p:sp>
      <p:sp>
        <p:nvSpPr>
          <p:cNvPr id="22" name="Rectangle: Rounded Corners 51">
            <a:extLst>
              <a:ext uri="{FF2B5EF4-FFF2-40B4-BE49-F238E27FC236}">
                <a16:creationId xmlns:a16="http://schemas.microsoft.com/office/drawing/2014/main" id="{EAC644A8-7583-9CCA-6F8C-F360FD879E6C}"/>
              </a:ext>
            </a:extLst>
          </p:cNvPr>
          <p:cNvSpPr/>
          <p:nvPr/>
        </p:nvSpPr>
        <p:spPr>
          <a:xfrm>
            <a:off x="2730268" y="12175656"/>
            <a:ext cx="2151998" cy="229552"/>
          </a:xfrm>
          <a:prstGeom prst="roundRect">
            <a:avLst>
              <a:gd name="adj" fmla="val 3340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th-TH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▼</a:t>
            </a:r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24" name="Table 54">
            <a:extLst>
              <a:ext uri="{FF2B5EF4-FFF2-40B4-BE49-F238E27FC236}">
                <a16:creationId xmlns:a16="http://schemas.microsoft.com/office/drawing/2014/main" id="{B33CBCF8-7790-4C89-0D0C-71987254E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782171"/>
              </p:ext>
            </p:extLst>
          </p:nvPr>
        </p:nvGraphicFramePr>
        <p:xfrm>
          <a:off x="2730268" y="12433711"/>
          <a:ext cx="2147080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16630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Save in the root directory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16630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Save in Parent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16630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Save in the child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10292"/>
                  </a:ext>
                </a:extLst>
              </a:tr>
            </a:tbl>
          </a:graphicData>
        </a:graphic>
      </p:graphicFrame>
      <p:sp>
        <p:nvSpPr>
          <p:cNvPr id="26" name="Rectangle: Rounded Corners 6">
            <a:extLst>
              <a:ext uri="{FF2B5EF4-FFF2-40B4-BE49-F238E27FC236}">
                <a16:creationId xmlns:a16="http://schemas.microsoft.com/office/drawing/2014/main" id="{EA9B2542-60E2-F46D-475E-9B797D16D209}"/>
              </a:ext>
            </a:extLst>
          </p:cNvPr>
          <p:cNvSpPr/>
          <p:nvPr/>
        </p:nvSpPr>
        <p:spPr>
          <a:xfrm rot="16200000">
            <a:off x="3826828" y="13099653"/>
            <a:ext cx="3051608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DDB00F9-224F-6764-60FA-3D19634C9981}"/>
              </a:ext>
            </a:extLst>
          </p:cNvPr>
          <p:cNvSpPr txBox="1"/>
          <p:nvPr/>
        </p:nvSpPr>
        <p:spPr>
          <a:xfrm>
            <a:off x="1712677" y="13248393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Parent Directory</a:t>
            </a:r>
            <a:endParaRPr lang="th-TH" sz="11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1BADF05-6814-1FFB-1AAA-71400DC5507D}"/>
              </a:ext>
            </a:extLst>
          </p:cNvPr>
          <p:cNvSpPr txBox="1"/>
          <p:nvPr/>
        </p:nvSpPr>
        <p:spPr>
          <a:xfrm>
            <a:off x="1721563" y="13530773"/>
            <a:ext cx="9685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the child directory</a:t>
            </a:r>
            <a:endParaRPr lang="th-TH" sz="1100" dirty="0"/>
          </a:p>
        </p:txBody>
      </p:sp>
      <p:sp>
        <p:nvSpPr>
          <p:cNvPr id="82" name="Rectangle: Rounded Corners 51">
            <a:extLst>
              <a:ext uri="{FF2B5EF4-FFF2-40B4-BE49-F238E27FC236}">
                <a16:creationId xmlns:a16="http://schemas.microsoft.com/office/drawing/2014/main" id="{661D9A40-1219-F038-C0E6-F0E222B5D17C}"/>
              </a:ext>
            </a:extLst>
          </p:cNvPr>
          <p:cNvSpPr/>
          <p:nvPr/>
        </p:nvSpPr>
        <p:spPr>
          <a:xfrm>
            <a:off x="2707392" y="13271664"/>
            <a:ext cx="2151998" cy="229552"/>
          </a:xfrm>
          <a:prstGeom prst="roundRect">
            <a:avLst>
              <a:gd name="adj" fmla="val 3340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3" name="Rectangle: Rounded Corners 51">
            <a:extLst>
              <a:ext uri="{FF2B5EF4-FFF2-40B4-BE49-F238E27FC236}">
                <a16:creationId xmlns:a16="http://schemas.microsoft.com/office/drawing/2014/main" id="{09444CF5-F8B6-30DC-561A-D4F84E6ADCF9}"/>
              </a:ext>
            </a:extLst>
          </p:cNvPr>
          <p:cNvSpPr/>
          <p:nvPr/>
        </p:nvSpPr>
        <p:spPr>
          <a:xfrm>
            <a:off x="2707392" y="13565199"/>
            <a:ext cx="2151998" cy="229552"/>
          </a:xfrm>
          <a:prstGeom prst="roundRect">
            <a:avLst>
              <a:gd name="adj" fmla="val 33402"/>
            </a:avLst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endParaRPr lang="en-US" sz="1000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A016115-5853-978D-C7AC-7E4A08803841}"/>
              </a:ext>
            </a:extLst>
          </p:cNvPr>
          <p:cNvGrpSpPr/>
          <p:nvPr/>
        </p:nvGrpSpPr>
        <p:grpSpPr>
          <a:xfrm>
            <a:off x="4125290" y="2081657"/>
            <a:ext cx="2226041" cy="427369"/>
            <a:chOff x="4121278" y="2078240"/>
            <a:chExt cx="2226041" cy="427369"/>
          </a:xfrm>
        </p:grpSpPr>
        <p:sp>
          <p:nvSpPr>
            <p:cNvPr id="84" name="Rectangle: Rounded Corners 70">
              <a:extLst>
                <a:ext uri="{FF2B5EF4-FFF2-40B4-BE49-F238E27FC236}">
                  <a16:creationId xmlns:a16="http://schemas.microsoft.com/office/drawing/2014/main" id="{F0D8EE7E-43DC-0E9F-A6CC-45F4C21B64C7}"/>
                </a:ext>
              </a:extLst>
            </p:cNvPr>
            <p:cNvSpPr/>
            <p:nvPr/>
          </p:nvSpPr>
          <p:spPr>
            <a:xfrm>
              <a:off x="4195321" y="2276057"/>
              <a:ext cx="2151998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solidFill>
                    <a:prstClr val="black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85" name="TextBox 71">
              <a:extLst>
                <a:ext uri="{FF2B5EF4-FFF2-40B4-BE49-F238E27FC236}">
                  <a16:creationId xmlns:a16="http://schemas.microsoft.com/office/drawing/2014/main" id="{7EBFA41C-EFA4-C97E-8C5E-032644C6E440}"/>
                </a:ext>
              </a:extLst>
            </p:cNvPr>
            <p:cNvSpPr txBox="1"/>
            <p:nvPr/>
          </p:nvSpPr>
          <p:spPr>
            <a:xfrm>
              <a:off x="4121278" y="2078240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Camera_Type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BC042D97-2E21-EBB3-4423-1A855C679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267045"/>
              </p:ext>
            </p:extLst>
          </p:nvPr>
        </p:nvGraphicFramePr>
        <p:xfrm>
          <a:off x="4212520" y="2534733"/>
          <a:ext cx="2133492" cy="9753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33492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-- Choose --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825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Overview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Security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750692"/>
                  </a:ext>
                </a:extLst>
              </a:tr>
            </a:tbl>
          </a:graphicData>
        </a:graphic>
      </p:graphicFrame>
      <p:grpSp>
        <p:nvGrpSpPr>
          <p:cNvPr id="88" name="Group 87">
            <a:extLst>
              <a:ext uri="{FF2B5EF4-FFF2-40B4-BE49-F238E27FC236}">
                <a16:creationId xmlns:a16="http://schemas.microsoft.com/office/drawing/2014/main" id="{17D23DCD-B73F-141A-7613-B70F8E58DE90}"/>
              </a:ext>
            </a:extLst>
          </p:cNvPr>
          <p:cNvGrpSpPr/>
          <p:nvPr/>
        </p:nvGrpSpPr>
        <p:grpSpPr>
          <a:xfrm>
            <a:off x="1730871" y="3588416"/>
            <a:ext cx="2237581" cy="427369"/>
            <a:chOff x="4179617" y="2074810"/>
            <a:chExt cx="2237581" cy="427369"/>
          </a:xfrm>
        </p:grpSpPr>
        <p:sp>
          <p:nvSpPr>
            <p:cNvPr id="89" name="Rectangle: Rounded Corners 106">
              <a:extLst>
                <a:ext uri="{FF2B5EF4-FFF2-40B4-BE49-F238E27FC236}">
                  <a16:creationId xmlns:a16="http://schemas.microsoft.com/office/drawing/2014/main" id="{B514B30A-608E-9913-FE47-AA3A8526495B}"/>
                </a:ext>
              </a:extLst>
            </p:cNvPr>
            <p:cNvSpPr/>
            <p:nvPr/>
          </p:nvSpPr>
          <p:spPr>
            <a:xfrm>
              <a:off x="4267309" y="2272627"/>
              <a:ext cx="2149889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solidFill>
                    <a:prstClr val="black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solidFill>
                  <a:prstClr val="black"/>
                </a:solidFill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0" name="TextBox 107">
              <a:extLst>
                <a:ext uri="{FF2B5EF4-FFF2-40B4-BE49-F238E27FC236}">
                  <a16:creationId xmlns:a16="http://schemas.microsoft.com/office/drawing/2014/main" id="{7103255F-35E7-EA7B-2E4D-96ADB2CEFE90}"/>
                </a:ext>
              </a:extLst>
            </p:cNvPr>
            <p:cNvSpPr txBox="1"/>
            <p:nvPr/>
          </p:nvSpPr>
          <p:spPr>
            <a:xfrm>
              <a:off x="4179617" y="2074810"/>
              <a:ext cx="125971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Camera_Source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022449F1-D087-E106-0C5F-CFB541B065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695272"/>
              </p:ext>
            </p:extLst>
          </p:nvPr>
        </p:nvGraphicFramePr>
        <p:xfrm>
          <a:off x="1832946" y="4044922"/>
          <a:ext cx="2135506" cy="73152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35506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-- Choose --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FTP</a:t>
                      </a:r>
                      <a:endParaRPr kumimoji="0" lang="th-TH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051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RTSP ( Real-Time Streaming Protocol 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913823"/>
                  </a:ext>
                </a:extLst>
              </a:tr>
            </a:tbl>
          </a:graphicData>
        </a:graphic>
      </p:graphicFrame>
      <p:graphicFrame>
        <p:nvGraphicFramePr>
          <p:cNvPr id="95" name="Table 6">
            <a:extLst>
              <a:ext uri="{FF2B5EF4-FFF2-40B4-BE49-F238E27FC236}">
                <a16:creationId xmlns:a16="http://schemas.microsoft.com/office/drawing/2014/main" id="{2E41B44C-24C6-1D82-33CC-AEBCA40EA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826505"/>
              </p:ext>
            </p:extLst>
          </p:nvPr>
        </p:nvGraphicFramePr>
        <p:xfrm>
          <a:off x="4025225" y="9763158"/>
          <a:ext cx="2147080" cy="487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Active Mode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Passive 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grpSp>
        <p:nvGrpSpPr>
          <p:cNvPr id="96" name="Group 41">
            <a:extLst>
              <a:ext uri="{FF2B5EF4-FFF2-40B4-BE49-F238E27FC236}">
                <a16:creationId xmlns:a16="http://schemas.microsoft.com/office/drawing/2014/main" id="{1ADC1BEF-3DFE-9029-8FE5-2BD1D5850AB2}"/>
              </a:ext>
            </a:extLst>
          </p:cNvPr>
          <p:cNvGrpSpPr/>
          <p:nvPr/>
        </p:nvGrpSpPr>
        <p:grpSpPr>
          <a:xfrm>
            <a:off x="3946263" y="9324698"/>
            <a:ext cx="2226041" cy="427369"/>
            <a:chOff x="53186" y="448089"/>
            <a:chExt cx="4465099" cy="427369"/>
          </a:xfrm>
        </p:grpSpPr>
        <p:sp>
          <p:nvSpPr>
            <p:cNvPr id="97" name="Rectangle: Rounded Corners 42">
              <a:extLst>
                <a:ext uri="{FF2B5EF4-FFF2-40B4-BE49-F238E27FC236}">
                  <a16:creationId xmlns:a16="http://schemas.microsoft.com/office/drawing/2014/main" id="{B65D1779-1B6A-0958-DC3A-2F265ECAAE1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8" name="TextBox 43">
              <a:extLst>
                <a:ext uri="{FF2B5EF4-FFF2-40B4-BE49-F238E27FC236}">
                  <a16:creationId xmlns:a16="http://schemas.microsoft.com/office/drawing/2014/main" id="{687B9D72-0FEC-DC92-7CE1-A3BE92995BF7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Connection Mode</a:t>
              </a:r>
            </a:p>
          </p:txBody>
        </p:sp>
      </p:grpSp>
      <p:grpSp>
        <p:nvGrpSpPr>
          <p:cNvPr id="99" name="Group 44">
            <a:extLst>
              <a:ext uri="{FF2B5EF4-FFF2-40B4-BE49-F238E27FC236}">
                <a16:creationId xmlns:a16="http://schemas.microsoft.com/office/drawing/2014/main" id="{636E5AB1-2548-45D3-C77F-3926E4F2913E}"/>
              </a:ext>
            </a:extLst>
          </p:cNvPr>
          <p:cNvGrpSpPr/>
          <p:nvPr/>
        </p:nvGrpSpPr>
        <p:grpSpPr>
          <a:xfrm>
            <a:off x="6352548" y="9319822"/>
            <a:ext cx="2226041" cy="427369"/>
            <a:chOff x="53186" y="448089"/>
            <a:chExt cx="4465099" cy="427369"/>
          </a:xfrm>
        </p:grpSpPr>
        <p:sp>
          <p:nvSpPr>
            <p:cNvPr id="100" name="Rectangle: Rounded Corners 45">
              <a:extLst>
                <a:ext uri="{FF2B5EF4-FFF2-40B4-BE49-F238E27FC236}">
                  <a16:creationId xmlns:a16="http://schemas.microsoft.com/office/drawing/2014/main" id="{E3E389C2-BE15-BDA2-449D-72C989A05F83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01" name="TextBox 46">
              <a:extLst>
                <a:ext uri="{FF2B5EF4-FFF2-40B4-BE49-F238E27FC236}">
                  <a16:creationId xmlns:a16="http://schemas.microsoft.com/office/drawing/2014/main" id="{CB9D47A2-355E-CA30-FAF8-B4608FBDF835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H Sarabun New" panose="020B0500040200020003" pitchFamily="34" charset="-34"/>
                  <a:ea typeface="+mn-ea"/>
                  <a:cs typeface="TH Sarabun New" panose="020B0500040200020003" pitchFamily="34" charset="-34"/>
                </a:rPr>
                <a:t>File Large Transfer</a:t>
              </a:r>
            </a:p>
          </p:txBody>
        </p:sp>
      </p:grpSp>
      <p:grpSp>
        <p:nvGrpSpPr>
          <p:cNvPr id="102" name="Group 47">
            <a:extLst>
              <a:ext uri="{FF2B5EF4-FFF2-40B4-BE49-F238E27FC236}">
                <a16:creationId xmlns:a16="http://schemas.microsoft.com/office/drawing/2014/main" id="{D349FA17-9B03-C6A8-2E07-24088B8A2660}"/>
              </a:ext>
            </a:extLst>
          </p:cNvPr>
          <p:cNvGrpSpPr/>
          <p:nvPr/>
        </p:nvGrpSpPr>
        <p:grpSpPr>
          <a:xfrm>
            <a:off x="3946263" y="10572620"/>
            <a:ext cx="2226041" cy="427369"/>
            <a:chOff x="53186" y="448089"/>
            <a:chExt cx="4465099" cy="427369"/>
          </a:xfrm>
        </p:grpSpPr>
        <p:sp>
          <p:nvSpPr>
            <p:cNvPr id="103" name="Rectangle: Rounded Corners 48">
              <a:extLst>
                <a:ext uri="{FF2B5EF4-FFF2-40B4-BE49-F238E27FC236}">
                  <a16:creationId xmlns:a16="http://schemas.microsoft.com/office/drawing/2014/main" id="{DA7AE990-EB3A-C3CB-2002-845D81679063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04" name="TextBox 49">
              <a:extLst>
                <a:ext uri="{FF2B5EF4-FFF2-40B4-BE49-F238E27FC236}">
                  <a16:creationId xmlns:a16="http://schemas.microsoft.com/office/drawing/2014/main" id="{C8652920-13BF-E446-FE0F-BEB7D2EAC4E9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Transfer Type</a:t>
              </a:r>
            </a:p>
          </p:txBody>
        </p:sp>
      </p:grpSp>
      <p:grpSp>
        <p:nvGrpSpPr>
          <p:cNvPr id="105" name="Group 50">
            <a:extLst>
              <a:ext uri="{FF2B5EF4-FFF2-40B4-BE49-F238E27FC236}">
                <a16:creationId xmlns:a16="http://schemas.microsoft.com/office/drawing/2014/main" id="{D8F8C033-44E3-C0B4-7D14-FB7CB53079AA}"/>
              </a:ext>
            </a:extLst>
          </p:cNvPr>
          <p:cNvGrpSpPr/>
          <p:nvPr/>
        </p:nvGrpSpPr>
        <p:grpSpPr>
          <a:xfrm>
            <a:off x="6312310" y="10614514"/>
            <a:ext cx="2226041" cy="427369"/>
            <a:chOff x="53186" y="448089"/>
            <a:chExt cx="4465099" cy="427369"/>
          </a:xfrm>
        </p:grpSpPr>
        <p:sp>
          <p:nvSpPr>
            <p:cNvPr id="109" name="Rectangle: Rounded Corners 51">
              <a:extLst>
                <a:ext uri="{FF2B5EF4-FFF2-40B4-BE49-F238E27FC236}">
                  <a16:creationId xmlns:a16="http://schemas.microsoft.com/office/drawing/2014/main" id="{FB070CBB-B228-B867-D1B1-FACF966CB692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0" name="TextBox 53">
              <a:extLst>
                <a:ext uri="{FF2B5EF4-FFF2-40B4-BE49-F238E27FC236}">
                  <a16:creationId xmlns:a16="http://schemas.microsoft.com/office/drawing/2014/main" id="{84462A00-2D7C-8F64-072E-3A97CE0643D1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TLS</a:t>
              </a:r>
            </a:p>
          </p:txBody>
        </p:sp>
      </p:grpSp>
      <p:graphicFrame>
        <p:nvGraphicFramePr>
          <p:cNvPr id="111" name="Table 54">
            <a:extLst>
              <a:ext uri="{FF2B5EF4-FFF2-40B4-BE49-F238E27FC236}">
                <a16:creationId xmlns:a16="http://schemas.microsoft.com/office/drawing/2014/main" id="{94C100EF-3CB4-BFF4-6437-CABB1F0A66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920504"/>
              </p:ext>
            </p:extLst>
          </p:nvPr>
        </p:nvGraphicFramePr>
        <p:xfrm>
          <a:off x="6386353" y="11062766"/>
          <a:ext cx="2147080" cy="9753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NoTLSSupport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UseExplicitTLS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UseImplicitTLS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1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UseRequireTLS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64709"/>
                  </a:ext>
                </a:extLst>
              </a:tr>
            </a:tbl>
          </a:graphicData>
        </a:graphic>
      </p:graphicFrame>
      <p:graphicFrame>
        <p:nvGraphicFramePr>
          <p:cNvPr id="112" name="Table 55">
            <a:extLst>
              <a:ext uri="{FF2B5EF4-FFF2-40B4-BE49-F238E27FC236}">
                <a16:creationId xmlns:a16="http://schemas.microsoft.com/office/drawing/2014/main" id="{C8FB12E0-D3A2-0418-7CF4-F98FD1FAB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634866"/>
              </p:ext>
            </p:extLst>
          </p:nvPr>
        </p:nvGraphicFramePr>
        <p:xfrm>
          <a:off x="6417234" y="9763158"/>
          <a:ext cx="2147080" cy="487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sm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lg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graphicFrame>
        <p:nvGraphicFramePr>
          <p:cNvPr id="113" name="Table 56">
            <a:extLst>
              <a:ext uri="{FF2B5EF4-FFF2-40B4-BE49-F238E27FC236}">
                <a16:creationId xmlns:a16="http://schemas.microsoft.com/office/drawing/2014/main" id="{7C2D1FAF-E490-834E-1AFA-703B3CADC4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219821"/>
              </p:ext>
            </p:extLst>
          </p:nvPr>
        </p:nvGraphicFramePr>
        <p:xfrm>
          <a:off x="4016277" y="11029219"/>
          <a:ext cx="2147080" cy="487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binary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ascii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grpSp>
        <p:nvGrpSpPr>
          <p:cNvPr id="114" name="Group 69">
            <a:extLst>
              <a:ext uri="{FF2B5EF4-FFF2-40B4-BE49-F238E27FC236}">
                <a16:creationId xmlns:a16="http://schemas.microsoft.com/office/drawing/2014/main" id="{228F15CB-9099-B994-02F5-94272BBCA93C}"/>
              </a:ext>
            </a:extLst>
          </p:cNvPr>
          <p:cNvGrpSpPr/>
          <p:nvPr/>
        </p:nvGrpSpPr>
        <p:grpSpPr>
          <a:xfrm>
            <a:off x="1664162" y="9331119"/>
            <a:ext cx="2226041" cy="427369"/>
            <a:chOff x="53186" y="448089"/>
            <a:chExt cx="4465099" cy="427369"/>
          </a:xfrm>
        </p:grpSpPr>
        <p:sp>
          <p:nvSpPr>
            <p:cNvPr id="115" name="Rectangle: Rounded Corners 70">
              <a:extLst>
                <a:ext uri="{FF2B5EF4-FFF2-40B4-BE49-F238E27FC236}">
                  <a16:creationId xmlns:a16="http://schemas.microsoft.com/office/drawing/2014/main" id="{F2C45A6B-E47A-E83D-AD1D-38C58C64E17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6" name="TextBox 71">
              <a:extLst>
                <a:ext uri="{FF2B5EF4-FFF2-40B4-BE49-F238E27FC236}">
                  <a16:creationId xmlns:a16="http://schemas.microsoft.com/office/drawing/2014/main" id="{C2848CA4-9415-2C47-B4D1-928625B3AD6C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Server IP Address</a:t>
              </a:r>
            </a:p>
          </p:txBody>
        </p:sp>
      </p:grpSp>
      <p:grpSp>
        <p:nvGrpSpPr>
          <p:cNvPr id="117" name="Group 72">
            <a:extLst>
              <a:ext uri="{FF2B5EF4-FFF2-40B4-BE49-F238E27FC236}">
                <a16:creationId xmlns:a16="http://schemas.microsoft.com/office/drawing/2014/main" id="{F1245E91-B9FE-B7BF-2273-4EEB0C8B62D9}"/>
              </a:ext>
            </a:extLst>
          </p:cNvPr>
          <p:cNvGrpSpPr/>
          <p:nvPr/>
        </p:nvGrpSpPr>
        <p:grpSpPr>
          <a:xfrm>
            <a:off x="1664162" y="9751748"/>
            <a:ext cx="2226041" cy="427369"/>
            <a:chOff x="53186" y="448089"/>
            <a:chExt cx="4465099" cy="427369"/>
          </a:xfrm>
        </p:grpSpPr>
        <p:sp>
          <p:nvSpPr>
            <p:cNvPr id="118" name="Rectangle: Rounded Corners 73">
              <a:extLst>
                <a:ext uri="{FF2B5EF4-FFF2-40B4-BE49-F238E27FC236}">
                  <a16:creationId xmlns:a16="http://schemas.microsoft.com/office/drawing/2014/main" id="{4EACF9AE-6B5D-6C66-53D4-07C776D81CFB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9" name="TextBox 74">
              <a:extLst>
                <a:ext uri="{FF2B5EF4-FFF2-40B4-BE49-F238E27FC236}">
                  <a16:creationId xmlns:a16="http://schemas.microsoft.com/office/drawing/2014/main" id="{74C4EA4E-6649-61CC-0DAE-41C3C4D95BDA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Port</a:t>
              </a:r>
            </a:p>
          </p:txBody>
        </p:sp>
      </p:grpSp>
      <p:grpSp>
        <p:nvGrpSpPr>
          <p:cNvPr id="120" name="Group 75">
            <a:extLst>
              <a:ext uri="{FF2B5EF4-FFF2-40B4-BE49-F238E27FC236}">
                <a16:creationId xmlns:a16="http://schemas.microsoft.com/office/drawing/2014/main" id="{78D3D1E2-5BBF-0C99-BBF0-9A46D1605634}"/>
              </a:ext>
            </a:extLst>
          </p:cNvPr>
          <p:cNvGrpSpPr/>
          <p:nvPr/>
        </p:nvGrpSpPr>
        <p:grpSpPr>
          <a:xfrm>
            <a:off x="1664162" y="10184896"/>
            <a:ext cx="2226041" cy="427369"/>
            <a:chOff x="53186" y="448089"/>
            <a:chExt cx="4465099" cy="427369"/>
          </a:xfrm>
        </p:grpSpPr>
        <p:sp>
          <p:nvSpPr>
            <p:cNvPr id="121" name="Rectangle: Rounded Corners 76">
              <a:extLst>
                <a:ext uri="{FF2B5EF4-FFF2-40B4-BE49-F238E27FC236}">
                  <a16:creationId xmlns:a16="http://schemas.microsoft.com/office/drawing/2014/main" id="{868E2F72-846D-11B4-9FB5-3F0425D86C63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2" name="TextBox 77">
              <a:extLst>
                <a:ext uri="{FF2B5EF4-FFF2-40B4-BE49-F238E27FC236}">
                  <a16:creationId xmlns:a16="http://schemas.microsoft.com/office/drawing/2014/main" id="{909A7630-E1EB-BECB-EC7B-0B67F27FDFB2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Timeout</a:t>
              </a:r>
            </a:p>
          </p:txBody>
        </p:sp>
      </p:grpSp>
      <p:grpSp>
        <p:nvGrpSpPr>
          <p:cNvPr id="123" name="Group 78">
            <a:extLst>
              <a:ext uri="{FF2B5EF4-FFF2-40B4-BE49-F238E27FC236}">
                <a16:creationId xmlns:a16="http://schemas.microsoft.com/office/drawing/2014/main" id="{199350F3-835E-28BE-D753-6C0BC4314089}"/>
              </a:ext>
            </a:extLst>
          </p:cNvPr>
          <p:cNvGrpSpPr/>
          <p:nvPr/>
        </p:nvGrpSpPr>
        <p:grpSpPr>
          <a:xfrm>
            <a:off x="1664162" y="10632883"/>
            <a:ext cx="2226041" cy="427369"/>
            <a:chOff x="53186" y="448089"/>
            <a:chExt cx="4465099" cy="427369"/>
          </a:xfrm>
        </p:grpSpPr>
        <p:sp>
          <p:nvSpPr>
            <p:cNvPr id="124" name="Rectangle: Rounded Corners 79">
              <a:extLst>
                <a:ext uri="{FF2B5EF4-FFF2-40B4-BE49-F238E27FC236}">
                  <a16:creationId xmlns:a16="http://schemas.microsoft.com/office/drawing/2014/main" id="{91094047-41CF-6A63-329F-6F323B62D88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5" name="TextBox 80">
              <a:extLst>
                <a:ext uri="{FF2B5EF4-FFF2-40B4-BE49-F238E27FC236}">
                  <a16:creationId xmlns:a16="http://schemas.microsoft.com/office/drawing/2014/main" id="{EFA1D260-4E73-603C-51D7-6357B632C140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Username</a:t>
              </a:r>
            </a:p>
          </p:txBody>
        </p:sp>
      </p:grpSp>
      <p:grpSp>
        <p:nvGrpSpPr>
          <p:cNvPr id="126" name="Group 81">
            <a:extLst>
              <a:ext uri="{FF2B5EF4-FFF2-40B4-BE49-F238E27FC236}">
                <a16:creationId xmlns:a16="http://schemas.microsoft.com/office/drawing/2014/main" id="{807866E8-7B9B-43DA-9CCE-3F1ABD25F935}"/>
              </a:ext>
            </a:extLst>
          </p:cNvPr>
          <p:cNvGrpSpPr/>
          <p:nvPr/>
        </p:nvGrpSpPr>
        <p:grpSpPr>
          <a:xfrm>
            <a:off x="1673534" y="11048591"/>
            <a:ext cx="2226041" cy="427369"/>
            <a:chOff x="53186" y="448089"/>
            <a:chExt cx="4465099" cy="427369"/>
          </a:xfrm>
        </p:grpSpPr>
        <p:sp>
          <p:nvSpPr>
            <p:cNvPr id="127" name="Rectangle: Rounded Corners 82">
              <a:extLst>
                <a:ext uri="{FF2B5EF4-FFF2-40B4-BE49-F238E27FC236}">
                  <a16:creationId xmlns:a16="http://schemas.microsoft.com/office/drawing/2014/main" id="{5681E491-F5A7-CB52-A3C1-2F7609762A5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28" name="TextBox 83">
              <a:extLst>
                <a:ext uri="{FF2B5EF4-FFF2-40B4-BE49-F238E27FC236}">
                  <a16:creationId xmlns:a16="http://schemas.microsoft.com/office/drawing/2014/main" id="{35D36F59-E2F7-D5BB-6DB6-70B4B8A4FA57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Password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5941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7EFBAD-B706-1804-0635-CA67A9864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D549B587-C148-8DFD-1BEB-289C35192563}"/>
              </a:ext>
            </a:extLst>
          </p:cNvPr>
          <p:cNvSpPr/>
          <p:nvPr/>
        </p:nvSpPr>
        <p:spPr>
          <a:xfrm>
            <a:off x="1628315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f-ZA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SamplingID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(55)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792A760-9B1A-53CB-43B5-3EE1380DAC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62249"/>
              </p:ext>
            </p:extLst>
          </p:nvPr>
        </p:nvGraphicFramePr>
        <p:xfrm>
          <a:off x="1624682" y="1995047"/>
          <a:ext cx="7519316" cy="2691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6756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1943154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3193852">
                  <a:extLst>
                    <a:ext uri="{9D8B030D-6E8A-4147-A177-3AD203B41FA5}">
                      <a16:colId xmlns:a16="http://schemas.microsoft.com/office/drawing/2014/main" val="1478680236"/>
                    </a:ext>
                  </a:extLst>
                </a:gridCol>
                <a:gridCol w="1141061">
                  <a:extLst>
                    <a:ext uri="{9D8B030D-6E8A-4147-A177-3AD203B41FA5}">
                      <a16:colId xmlns:a16="http://schemas.microsoft.com/office/drawing/2014/main" val="2047957105"/>
                    </a:ext>
                  </a:extLst>
                </a:gridCol>
                <a:gridCol w="834493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Action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120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145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Deactivated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4" name="Rectangle: Rounded Corners 6">
            <a:extLst>
              <a:ext uri="{FF2B5EF4-FFF2-40B4-BE49-F238E27FC236}">
                <a16:creationId xmlns:a16="http://schemas.microsoft.com/office/drawing/2014/main" id="{BB5DCE01-4736-7B26-CF94-8559DF0E8A37}"/>
              </a:ext>
            </a:extLst>
          </p:cNvPr>
          <p:cNvSpPr/>
          <p:nvPr/>
        </p:nvSpPr>
        <p:spPr>
          <a:xfrm rot="16200000">
            <a:off x="5143278" y="-2597178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B1940B3-9FEE-65E3-F8DD-7D4CB61A0D3E}"/>
              </a:ext>
            </a:extLst>
          </p:cNvPr>
          <p:cNvSpPr/>
          <p:nvPr/>
        </p:nvSpPr>
        <p:spPr>
          <a:xfrm rot="16200000">
            <a:off x="5143278" y="-2005675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32726E2-A03D-8986-7E12-C65467B1BC52}"/>
              </a:ext>
            </a:extLst>
          </p:cNvPr>
          <p:cNvSpPr/>
          <p:nvPr/>
        </p:nvSpPr>
        <p:spPr>
          <a:xfrm>
            <a:off x="8422144" y="1615029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Add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31CECAC-1C1C-C7EE-05C3-AD5E05029575}"/>
              </a:ext>
            </a:extLst>
          </p:cNvPr>
          <p:cNvGrpSpPr/>
          <p:nvPr/>
        </p:nvGrpSpPr>
        <p:grpSpPr>
          <a:xfrm>
            <a:off x="1740708" y="1056102"/>
            <a:ext cx="2151998" cy="256198"/>
            <a:chOff x="201705" y="645906"/>
            <a:chExt cx="4316580" cy="25619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4DCE1C6-996E-D16B-565A-4B082FD842C2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FB36DA-B327-859D-6C39-F8159AF58CD8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26357C-2F50-91A4-C5C3-ABEDD90D19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207033"/>
              </p:ext>
            </p:extLst>
          </p:nvPr>
        </p:nvGraphicFramePr>
        <p:xfrm>
          <a:off x="-5080" y="542630"/>
          <a:ext cx="1515962" cy="4195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68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17927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Camera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Area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18890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66219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03508E-A03D-B131-E43C-60810029F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063500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f-ZA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0BB80CC7-5A6B-A85B-2FB2-49D5D14EC0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4DC120B-2552-4B44-B072-F090854C363C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4F9A923-FD11-2205-7D64-BDA54F0892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AB8FAF0E-6D64-DCF1-2F08-4849696812A3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6183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546874-3C67-2795-4CB2-F33E3060C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6">
            <a:extLst>
              <a:ext uri="{FF2B5EF4-FFF2-40B4-BE49-F238E27FC236}">
                <a16:creationId xmlns:a16="http://schemas.microsoft.com/office/drawing/2014/main" id="{37A7AE90-C558-661A-8CBF-A94EA1490D81}"/>
              </a:ext>
            </a:extLst>
          </p:cNvPr>
          <p:cNvSpPr/>
          <p:nvPr/>
        </p:nvSpPr>
        <p:spPr>
          <a:xfrm rot="16200000">
            <a:off x="5150625" y="3483107"/>
            <a:ext cx="49699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1" name="Rectangle: Rounded Corners 6">
            <a:extLst>
              <a:ext uri="{FF2B5EF4-FFF2-40B4-BE49-F238E27FC236}">
                <a16:creationId xmlns:a16="http://schemas.microsoft.com/office/drawing/2014/main" id="{7D0877A2-43F8-39EE-7B25-98BB769B7033}"/>
              </a:ext>
            </a:extLst>
          </p:cNvPr>
          <p:cNvSpPr/>
          <p:nvPr/>
        </p:nvSpPr>
        <p:spPr>
          <a:xfrm rot="16200000">
            <a:off x="2424124" y="131255"/>
            <a:ext cx="5949997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BA859DD8-DFEE-1520-6DAB-ADDBCEADC072}"/>
              </a:ext>
            </a:extLst>
          </p:cNvPr>
          <p:cNvSpPr/>
          <p:nvPr/>
        </p:nvSpPr>
        <p:spPr>
          <a:xfrm>
            <a:off x="1641279" y="540951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af-ZA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SamplingID</a:t>
            </a:r>
            <a:r>
              <a:rPr lang="th-TH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- Add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10BACB9-F157-2D22-E8FA-2B0DB93213E1}"/>
              </a:ext>
            </a:extLst>
          </p:cNvPr>
          <p:cNvGrpSpPr/>
          <p:nvPr/>
        </p:nvGrpSpPr>
        <p:grpSpPr>
          <a:xfrm>
            <a:off x="1646438" y="917418"/>
            <a:ext cx="2226041" cy="427369"/>
            <a:chOff x="53186" y="448089"/>
            <a:chExt cx="4465099" cy="427369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3303F4AB-CB55-53D2-000C-A78300BB602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FE1D0BD-C86B-6D56-0D94-56AE8696264E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SamplingID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4FA7FFF-0691-09CC-6AFA-5AEEB0D62A6E}"/>
              </a:ext>
            </a:extLst>
          </p:cNvPr>
          <p:cNvGrpSpPr/>
          <p:nvPr/>
        </p:nvGrpSpPr>
        <p:grpSpPr>
          <a:xfrm>
            <a:off x="1741791" y="7118943"/>
            <a:ext cx="1309136" cy="274276"/>
            <a:chOff x="201705" y="1222678"/>
            <a:chExt cx="1309136" cy="274276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4F0B90EA-4913-D862-BB7E-BDDEC3B7723A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บันทึก</a:t>
              </a:r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A625C58F-F1FF-4103-9C0E-F28BC432ED40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ยกเลิก</a:t>
              </a:r>
            </a:p>
          </p:txBody>
        </p:sp>
      </p:grpSp>
      <p:graphicFrame>
        <p:nvGraphicFramePr>
          <p:cNvPr id="33" name="Table 2">
            <a:extLst>
              <a:ext uri="{FF2B5EF4-FFF2-40B4-BE49-F238E27FC236}">
                <a16:creationId xmlns:a16="http://schemas.microsoft.com/office/drawing/2014/main" id="{50530EB7-F947-0021-A0BC-98DFF84447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127878"/>
              </p:ext>
            </p:extLst>
          </p:nvPr>
        </p:nvGraphicFramePr>
        <p:xfrm>
          <a:off x="1729920" y="1399642"/>
          <a:ext cx="1809287" cy="538867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49291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522577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419259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x-axis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y-axis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>
                          <a:solidFill>
                            <a:srgbClr val="FF0000"/>
                          </a:solidFill>
                        </a:rPr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2.9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117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145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174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232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9196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9195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21688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52813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45506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32073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093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32916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*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➕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660575"/>
                  </a:ext>
                </a:extLst>
              </a:tr>
            </a:tbl>
          </a:graphicData>
        </a:graphic>
      </p:graphicFrame>
      <p:grpSp>
        <p:nvGrpSpPr>
          <p:cNvPr id="36" name="Group 105">
            <a:extLst>
              <a:ext uri="{FF2B5EF4-FFF2-40B4-BE49-F238E27FC236}">
                <a16:creationId xmlns:a16="http://schemas.microsoft.com/office/drawing/2014/main" id="{D0557B0A-2FE4-D2F4-BF45-3AE578C7C548}"/>
              </a:ext>
            </a:extLst>
          </p:cNvPr>
          <p:cNvGrpSpPr/>
          <p:nvPr/>
        </p:nvGrpSpPr>
        <p:grpSpPr>
          <a:xfrm>
            <a:off x="3961119" y="1696965"/>
            <a:ext cx="2226041" cy="427369"/>
            <a:chOff x="53186" y="448089"/>
            <a:chExt cx="4465099" cy="427369"/>
          </a:xfrm>
        </p:grpSpPr>
        <p:sp>
          <p:nvSpPr>
            <p:cNvPr id="38" name="Rectangle: Rounded Corners 106">
              <a:extLst>
                <a:ext uri="{FF2B5EF4-FFF2-40B4-BE49-F238E27FC236}">
                  <a16:creationId xmlns:a16="http://schemas.microsoft.com/office/drawing/2014/main" id="{7EEDEEC7-D1A3-FF09-012E-0A8E7A70873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9" name="TextBox 107">
              <a:extLst>
                <a:ext uri="{FF2B5EF4-FFF2-40B4-BE49-F238E27FC236}">
                  <a16:creationId xmlns:a16="http://schemas.microsoft.com/office/drawing/2014/main" id="{7F527CD2-AEE4-DB98-70D8-2CA30DD5F3E5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Sampling Name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16D075E-23A2-6A25-5C51-6780589E52CB}"/>
              </a:ext>
            </a:extLst>
          </p:cNvPr>
          <p:cNvGrpSpPr/>
          <p:nvPr/>
        </p:nvGrpSpPr>
        <p:grpSpPr>
          <a:xfrm>
            <a:off x="3968452" y="940441"/>
            <a:ext cx="951266" cy="374028"/>
            <a:chOff x="1654784" y="1931142"/>
            <a:chExt cx="951266" cy="37402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FD80B72-D908-92F5-4761-4C5EBE6EEE3E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564D314-D57D-2F41-D456-E5ECAE815494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1188746-80F7-DA8B-B545-B716EC2A6F1E}"/>
              </a:ext>
            </a:extLst>
          </p:cNvPr>
          <p:cNvGrpSpPr/>
          <p:nvPr/>
        </p:nvGrpSpPr>
        <p:grpSpPr>
          <a:xfrm>
            <a:off x="3961119" y="1314469"/>
            <a:ext cx="2226041" cy="427369"/>
            <a:chOff x="53186" y="448089"/>
            <a:chExt cx="4465099" cy="427369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2F427466-2D75-506F-5320-54B9BADE59D5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📅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364980F-853F-0421-856A-B0E8FCA01EA9}"/>
                </a:ext>
              </a:extLst>
            </p:cNvPr>
            <p:cNvSpPr txBox="1"/>
            <p:nvPr/>
          </p:nvSpPr>
          <p:spPr>
            <a:xfrm>
              <a:off x="53186" y="448089"/>
              <a:ext cx="25980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วันที่สร้าง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(Creation Date)</a:t>
              </a:r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ECA79A9-32CB-188E-30F8-D23418599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379357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f-ZA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6C0BDA50-8A12-2399-A567-5854C27A53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FFE7902-597E-62F6-D182-4677D030720E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BEB6F5C-4147-B45A-6FEB-7947C5308E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82567008-C6EB-7D6F-5775-ED6A0AE6524A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76CFEFE-778D-DBC2-9D69-1A39E60100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345037"/>
              </p:ext>
            </p:extLst>
          </p:nvPr>
        </p:nvGraphicFramePr>
        <p:xfrm>
          <a:off x="-5080" y="542630"/>
          <a:ext cx="1515962" cy="4195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68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17927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Camera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Area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18890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662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4773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A2C916-6F1C-5EBB-232A-F8519B440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4BA49FD8-7C0B-4669-601F-691965DB26FE}"/>
              </a:ext>
            </a:extLst>
          </p:cNvPr>
          <p:cNvSpPr/>
          <p:nvPr/>
        </p:nvSpPr>
        <p:spPr>
          <a:xfrm>
            <a:off x="1628315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 err="1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AreaID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(90)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C223E97-FC4E-E877-3143-DA0DD2AA3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07971"/>
              </p:ext>
            </p:extLst>
          </p:nvPr>
        </p:nvGraphicFramePr>
        <p:xfrm>
          <a:off x="1624682" y="1995047"/>
          <a:ext cx="7519316" cy="2691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6756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1943154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775393">
                  <a:extLst>
                    <a:ext uri="{9D8B030D-6E8A-4147-A177-3AD203B41FA5}">
                      <a16:colId xmlns:a16="http://schemas.microsoft.com/office/drawing/2014/main" val="1478680236"/>
                    </a:ext>
                  </a:extLst>
                </a:gridCol>
                <a:gridCol w="3559520">
                  <a:extLst>
                    <a:ext uri="{9D8B030D-6E8A-4147-A177-3AD203B41FA5}">
                      <a16:colId xmlns:a16="http://schemas.microsoft.com/office/drawing/2014/main" val="2047957105"/>
                    </a:ext>
                  </a:extLst>
                </a:gridCol>
                <a:gridCol w="834493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AreaID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Status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Remark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การกระทำ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120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145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Deactivated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4" name="Rectangle: Rounded Corners 6">
            <a:extLst>
              <a:ext uri="{FF2B5EF4-FFF2-40B4-BE49-F238E27FC236}">
                <a16:creationId xmlns:a16="http://schemas.microsoft.com/office/drawing/2014/main" id="{15D9DB38-2499-D122-8BB7-E3B3AC18A806}"/>
              </a:ext>
            </a:extLst>
          </p:cNvPr>
          <p:cNvSpPr/>
          <p:nvPr/>
        </p:nvSpPr>
        <p:spPr>
          <a:xfrm rot="16200000">
            <a:off x="5143278" y="-2597178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AE607B4-899A-4A8F-4210-F9360198FEFA}"/>
              </a:ext>
            </a:extLst>
          </p:cNvPr>
          <p:cNvSpPr/>
          <p:nvPr/>
        </p:nvSpPr>
        <p:spPr>
          <a:xfrm rot="16200000">
            <a:off x="5143278" y="-2005675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D608D84-6D38-6132-6ADF-5EF9AE14C4B4}"/>
              </a:ext>
            </a:extLst>
          </p:cNvPr>
          <p:cNvSpPr/>
          <p:nvPr/>
        </p:nvSpPr>
        <p:spPr>
          <a:xfrm>
            <a:off x="8422144" y="1615029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เพิ่ม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F729185-A733-0962-813B-70A36AA5D30A}"/>
              </a:ext>
            </a:extLst>
          </p:cNvPr>
          <p:cNvGrpSpPr/>
          <p:nvPr/>
        </p:nvGrpSpPr>
        <p:grpSpPr>
          <a:xfrm>
            <a:off x="1740708" y="1056102"/>
            <a:ext cx="2151998" cy="256198"/>
            <a:chOff x="201705" y="645906"/>
            <a:chExt cx="4316580" cy="25619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1EF4990-ED5D-FB3A-454F-6CF2FC18E65C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7E27A91-ED82-FB85-7891-50BE03ED3368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81D893B-D32D-CB0C-9172-A1E708D452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718470"/>
              </p:ext>
            </p:extLst>
          </p:nvPr>
        </p:nvGraphicFramePr>
        <p:xfrm>
          <a:off x="0" y="542630"/>
          <a:ext cx="1510882" cy="4195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17927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Camera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Area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485154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45283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D80394-B0A2-8418-F1BE-4B0ACAC171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571369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f-ZA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B182AFD8-1E34-330B-028D-CDC7633452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026C896-B80B-8A3D-AFE0-C3166342A941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8E9FAF3-2B68-C760-964D-BAF8A3D6D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5" name="Flowchart: Connector 14">
              <a:extLst>
                <a:ext uri="{FF2B5EF4-FFF2-40B4-BE49-F238E27FC236}">
                  <a16:creationId xmlns:a16="http://schemas.microsoft.com/office/drawing/2014/main" id="{E28F0337-82F8-CDA0-973C-DF2E9E66E857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7930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546874-3C67-2795-4CB2-F33E3060C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6">
            <a:extLst>
              <a:ext uri="{FF2B5EF4-FFF2-40B4-BE49-F238E27FC236}">
                <a16:creationId xmlns:a16="http://schemas.microsoft.com/office/drawing/2014/main" id="{37A7AE90-C558-661A-8CBF-A94EA1490D81}"/>
              </a:ext>
            </a:extLst>
          </p:cNvPr>
          <p:cNvSpPr/>
          <p:nvPr/>
        </p:nvSpPr>
        <p:spPr>
          <a:xfrm rot="16200000">
            <a:off x="5137661" y="9222970"/>
            <a:ext cx="49699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1" name="Rectangle: Rounded Corners 6">
            <a:extLst>
              <a:ext uri="{FF2B5EF4-FFF2-40B4-BE49-F238E27FC236}">
                <a16:creationId xmlns:a16="http://schemas.microsoft.com/office/drawing/2014/main" id="{7D0877A2-43F8-39EE-7B25-98BB769B7033}"/>
              </a:ext>
            </a:extLst>
          </p:cNvPr>
          <p:cNvSpPr/>
          <p:nvPr/>
        </p:nvSpPr>
        <p:spPr>
          <a:xfrm rot="16200000">
            <a:off x="-420411" y="2975786"/>
            <a:ext cx="11639069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BA859DD8-DFEE-1520-6DAB-ADDBCEADC072}"/>
              </a:ext>
            </a:extLst>
          </p:cNvPr>
          <p:cNvSpPr/>
          <p:nvPr/>
        </p:nvSpPr>
        <p:spPr>
          <a:xfrm>
            <a:off x="1641279" y="540951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Area</a:t>
            </a:r>
            <a:r>
              <a:rPr lang="af-ZA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ID</a:t>
            </a:r>
            <a:r>
              <a:rPr lang="th-TH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- Add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10BACB9-F157-2D22-E8FA-2B0DB93213E1}"/>
              </a:ext>
            </a:extLst>
          </p:cNvPr>
          <p:cNvGrpSpPr/>
          <p:nvPr/>
        </p:nvGrpSpPr>
        <p:grpSpPr>
          <a:xfrm>
            <a:off x="1646438" y="917418"/>
            <a:ext cx="2226041" cy="427369"/>
            <a:chOff x="53186" y="448089"/>
            <a:chExt cx="4465099" cy="427369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3303F4AB-CB55-53D2-000C-A78300BB602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FE1D0BD-C86B-6D56-0D94-56AE8696264E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ID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4FA7FFF-0691-09CC-6AFA-5AEEB0D62A6E}"/>
              </a:ext>
            </a:extLst>
          </p:cNvPr>
          <p:cNvGrpSpPr/>
          <p:nvPr/>
        </p:nvGrpSpPr>
        <p:grpSpPr>
          <a:xfrm>
            <a:off x="1728827" y="12858806"/>
            <a:ext cx="1309136" cy="274276"/>
            <a:chOff x="201705" y="1222678"/>
            <a:chExt cx="1309136" cy="274276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4F0B90EA-4913-D862-BB7E-BDDEC3B7723A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บันทึก</a:t>
              </a:r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A625C58F-F1FF-4103-9C0E-F28BC432ED40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ยกเลิก</a:t>
              </a:r>
            </a:p>
          </p:txBody>
        </p:sp>
      </p:grpSp>
      <p:grpSp>
        <p:nvGrpSpPr>
          <p:cNvPr id="36" name="Group 105">
            <a:extLst>
              <a:ext uri="{FF2B5EF4-FFF2-40B4-BE49-F238E27FC236}">
                <a16:creationId xmlns:a16="http://schemas.microsoft.com/office/drawing/2014/main" id="{D0557B0A-2FE4-D2F4-BF45-3AE578C7C548}"/>
              </a:ext>
            </a:extLst>
          </p:cNvPr>
          <p:cNvGrpSpPr/>
          <p:nvPr/>
        </p:nvGrpSpPr>
        <p:grpSpPr>
          <a:xfrm>
            <a:off x="6512851" y="1329003"/>
            <a:ext cx="2226041" cy="427369"/>
            <a:chOff x="53186" y="448089"/>
            <a:chExt cx="4465099" cy="427369"/>
          </a:xfrm>
        </p:grpSpPr>
        <p:sp>
          <p:nvSpPr>
            <p:cNvPr id="38" name="Rectangle: Rounded Corners 106">
              <a:extLst>
                <a:ext uri="{FF2B5EF4-FFF2-40B4-BE49-F238E27FC236}">
                  <a16:creationId xmlns:a16="http://schemas.microsoft.com/office/drawing/2014/main" id="{7EEDEEC7-D1A3-FF09-012E-0A8E7A70873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9" name="TextBox 107">
              <a:extLst>
                <a:ext uri="{FF2B5EF4-FFF2-40B4-BE49-F238E27FC236}">
                  <a16:creationId xmlns:a16="http://schemas.microsoft.com/office/drawing/2014/main" id="{7F527CD2-AEE4-DB98-70D8-2CA30DD5F3E5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Remark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16D075E-23A2-6A25-5C51-6780589E52CB}"/>
              </a:ext>
            </a:extLst>
          </p:cNvPr>
          <p:cNvGrpSpPr/>
          <p:nvPr/>
        </p:nvGrpSpPr>
        <p:grpSpPr>
          <a:xfrm>
            <a:off x="6518407" y="876145"/>
            <a:ext cx="951266" cy="374028"/>
            <a:chOff x="1654784" y="1931142"/>
            <a:chExt cx="951266" cy="37402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FD80B72-D908-92F5-4761-4C5EBE6EEE3E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564D314-D57D-2F41-D456-E5ECAE815494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1188746-80F7-DA8B-B545-B716EC2A6F1E}"/>
              </a:ext>
            </a:extLst>
          </p:cNvPr>
          <p:cNvGrpSpPr/>
          <p:nvPr/>
        </p:nvGrpSpPr>
        <p:grpSpPr>
          <a:xfrm>
            <a:off x="4068738" y="908797"/>
            <a:ext cx="2226042" cy="427369"/>
            <a:chOff x="53184" y="448089"/>
            <a:chExt cx="4465101" cy="427369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2F427466-2D75-506F-5320-54B9BADE59D5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📅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364980F-853F-0421-856A-B0E8FCA01EA9}"/>
                </a:ext>
              </a:extLst>
            </p:cNvPr>
            <p:cNvSpPr txBox="1"/>
            <p:nvPr/>
          </p:nvSpPr>
          <p:spPr>
            <a:xfrm>
              <a:off x="53184" y="448089"/>
              <a:ext cx="31360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วันที่ทำการสำรวจ</a:t>
              </a:r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 (Survey Date)</a:t>
              </a:r>
            </a:p>
          </p:txBody>
        </p:sp>
      </p:grpSp>
      <p:graphicFrame>
        <p:nvGraphicFramePr>
          <p:cNvPr id="34" name="Table 2">
            <a:extLst>
              <a:ext uri="{FF2B5EF4-FFF2-40B4-BE49-F238E27FC236}">
                <a16:creationId xmlns:a16="http://schemas.microsoft.com/office/drawing/2014/main" id="{88A7AD26-4351-0B35-7581-1AF248ECCF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263151"/>
              </p:ext>
            </p:extLst>
          </p:nvPr>
        </p:nvGraphicFramePr>
        <p:xfrm>
          <a:off x="1722493" y="2921074"/>
          <a:ext cx="1895486" cy="38904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36628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54095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560743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357163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x-axis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y-axis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>
                          <a:solidFill>
                            <a:srgbClr val="FF0000"/>
                          </a:solidFill>
                        </a:rPr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-2.600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-2.600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-2.750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-4.500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-4.500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1.500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2.250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1.500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2.250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0.830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0.150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5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Cordia New" panose="020B0304020202020204" pitchFamily="34" charset="-34"/>
                        </a:rPr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9196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5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Cordia New" panose="020B0304020202020204" pitchFamily="34" charset="-34"/>
                        </a:rPr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9195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5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Cordia New" panose="020B0304020202020204" pitchFamily="34" charset="-34"/>
                        </a:rPr>
                        <a:t>➖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21688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*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500" dirty="0"/>
                        <a:t>➕</a:t>
                      </a:r>
                      <a:endParaRPr kumimoji="0" lang="en-US" sz="5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660575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51C8EE18-69DC-18BC-DEE0-6460CCB5EFAA}"/>
              </a:ext>
            </a:extLst>
          </p:cNvPr>
          <p:cNvSpPr txBox="1"/>
          <p:nvPr/>
        </p:nvSpPr>
        <p:spPr>
          <a:xfrm>
            <a:off x="1646438" y="2641670"/>
            <a:ext cx="951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Custom Profile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6E246C20-84E1-5149-8A5E-E7A69C4486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013635"/>
              </p:ext>
            </p:extLst>
          </p:nvPr>
        </p:nvGraphicFramePr>
        <p:xfrm>
          <a:off x="4045990" y="2912819"/>
          <a:ext cx="1895486" cy="92354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79525">
                  <a:extLst>
                    <a:ext uri="{9D8B030D-6E8A-4147-A177-3AD203B41FA5}">
                      <a16:colId xmlns:a16="http://schemas.microsoft.com/office/drawing/2014/main" val="1103586425"/>
                    </a:ext>
                  </a:extLst>
                </a:gridCol>
                <a:gridCol w="815961">
                  <a:extLst>
                    <a:ext uri="{9D8B030D-6E8A-4147-A177-3AD203B41FA5}">
                      <a16:colId xmlns:a16="http://schemas.microsoft.com/office/drawing/2014/main" val="1533347430"/>
                    </a:ext>
                  </a:extLst>
                </a:gridCol>
              </a:tblGrid>
              <a:tr h="18898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Water Level (before convert) [m]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Area [m²]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1.5600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1.5778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1.5963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1.6222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1.6356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1.6494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1.6779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1.7078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91968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1.7232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91955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1.7551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216886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17715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528132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1.7925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455066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1.8140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0939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1.8361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329167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1.8587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44768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1.9053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6926574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0.695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1.9295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6892360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1.9793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107399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2.0050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622161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2.0365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744531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2.0687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6972486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2.1017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974173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2.1355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660575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2.1700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246261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2.2052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718937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2.2776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617304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2.3637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115635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0.786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2.4516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800721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0.801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2.5478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616516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0.816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2.6460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859405"/>
                  </a:ext>
                </a:extLst>
              </a:tr>
              <a:tr h="1889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7.2621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748629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540AE7C1-D8BB-197C-2F5E-4156666144CD}"/>
              </a:ext>
            </a:extLst>
          </p:cNvPr>
          <p:cNvSpPr txBox="1"/>
          <p:nvPr/>
        </p:nvSpPr>
        <p:spPr>
          <a:xfrm>
            <a:off x="4065042" y="2644169"/>
            <a:ext cx="9512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Profile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4158A638-862C-F74E-2342-436FA313F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187218" y="2967967"/>
            <a:ext cx="7013196" cy="2369127"/>
          </a:xfrm>
          <a:prstGeom prst="rect">
            <a:avLst/>
          </a:prstGeom>
        </p:spPr>
      </p:pic>
      <p:pic>
        <p:nvPicPr>
          <p:cNvPr id="169" name="Picture 168">
            <a:extLst>
              <a:ext uri="{FF2B5EF4-FFF2-40B4-BE49-F238E27FC236}">
                <a16:creationId xmlns:a16="http://schemas.microsoft.com/office/drawing/2014/main" id="{A8DECCBA-B6D6-217C-7157-A5E5635BB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38189" y="5479490"/>
            <a:ext cx="4649071" cy="172085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9ECEA3B3-B9C4-D7EA-B4F8-E68DD58300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803943" y="7342736"/>
            <a:ext cx="4314825" cy="1409700"/>
          </a:xfrm>
          <a:prstGeom prst="rect">
            <a:avLst/>
          </a:prstGeom>
        </p:spPr>
      </p:pic>
      <p:sp>
        <p:nvSpPr>
          <p:cNvPr id="49" name="Rectangle: Rounded Corners 6">
            <a:extLst>
              <a:ext uri="{FF2B5EF4-FFF2-40B4-BE49-F238E27FC236}">
                <a16:creationId xmlns:a16="http://schemas.microsoft.com/office/drawing/2014/main" id="{14C7556A-6199-6A5C-7100-D580D0BBA84A}"/>
              </a:ext>
            </a:extLst>
          </p:cNvPr>
          <p:cNvSpPr/>
          <p:nvPr/>
        </p:nvSpPr>
        <p:spPr>
          <a:xfrm rot="16200000">
            <a:off x="5150625" y="10564897"/>
            <a:ext cx="496995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156778-3CE6-E7A2-13F6-D052B2A9960B}"/>
              </a:ext>
            </a:extLst>
          </p:cNvPr>
          <p:cNvGrpSpPr/>
          <p:nvPr/>
        </p:nvGrpSpPr>
        <p:grpSpPr>
          <a:xfrm>
            <a:off x="1642232" y="1310369"/>
            <a:ext cx="2226041" cy="429334"/>
            <a:chOff x="1654784" y="2168799"/>
            <a:chExt cx="2226041" cy="429334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72A520AA-1D01-A143-DF05-C59276AFE653}"/>
                </a:ext>
              </a:extLst>
            </p:cNvPr>
            <p:cNvSpPr/>
            <p:nvPr/>
          </p:nvSpPr>
          <p:spPr>
            <a:xfrm>
              <a:off x="1728827" y="2368581"/>
              <a:ext cx="2151998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3944C25-B74F-5395-1F73-06944DA1E2EB}"/>
                </a:ext>
              </a:extLst>
            </p:cNvPr>
            <p:cNvSpPr txBox="1"/>
            <p:nvPr/>
          </p:nvSpPr>
          <p:spPr>
            <a:xfrm>
              <a:off x="1654784" y="2168799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Ref.</a:t>
              </a:r>
            </a:p>
          </p:txBody>
        </p:sp>
      </p:grpSp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ACAA7148-5ADF-B7B6-37E0-A2B5FABAE7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399781"/>
              </p:ext>
            </p:extLst>
          </p:nvPr>
        </p:nvGraphicFramePr>
        <p:xfrm>
          <a:off x="1716275" y="1756372"/>
          <a:ext cx="2147080" cy="4876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</a:tbl>
          </a:graphicData>
        </a:graphic>
      </p:graphicFrame>
      <p:graphicFrame>
        <p:nvGraphicFramePr>
          <p:cNvPr id="165" name="Table 2">
            <a:extLst>
              <a:ext uri="{FF2B5EF4-FFF2-40B4-BE49-F238E27FC236}">
                <a16:creationId xmlns:a16="http://schemas.microsoft.com/office/drawing/2014/main" id="{42B09109-CEE2-6C1C-D8E4-A48D670DF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203252"/>
              </p:ext>
            </p:extLst>
          </p:nvPr>
        </p:nvGraphicFramePr>
        <p:xfrm>
          <a:off x="6359549" y="2893168"/>
          <a:ext cx="2379343" cy="524656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55861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1015429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908053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Water Level (before convert)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Coefficient (k)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1.000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0.960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0.35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1.100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0.5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1.100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1.000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1.000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1.000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1.000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1.000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9196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1.000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9195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1.000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21688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1.000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52813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1.000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49861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1.000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5663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1.000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37323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1.000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414346"/>
                  </a:ext>
                </a:extLst>
              </a:tr>
            </a:tbl>
          </a:graphicData>
        </a:graphic>
      </p:graphicFrame>
      <p:sp>
        <p:nvSpPr>
          <p:cNvPr id="167" name="TextBox 166">
            <a:extLst>
              <a:ext uri="{FF2B5EF4-FFF2-40B4-BE49-F238E27FC236}">
                <a16:creationId xmlns:a16="http://schemas.microsoft.com/office/drawing/2014/main" id="{CA9B080B-4D4F-8B65-5303-EA9236D2DD25}"/>
              </a:ext>
            </a:extLst>
          </p:cNvPr>
          <p:cNvSpPr txBox="1"/>
          <p:nvPr/>
        </p:nvSpPr>
        <p:spPr>
          <a:xfrm>
            <a:off x="6367154" y="2637008"/>
            <a:ext cx="18026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FLOW CAL. TABLE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C2774F-D2D3-BB4F-A4F1-3B26AB281B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9265" y="2870414"/>
            <a:ext cx="6752789" cy="514350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92ABE1-4FF2-7250-C2D6-82B9CF373F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064949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f-ZA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E139E85F-BE24-5911-EF39-6BDBA235F1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41CB1A5-4F9B-5C4F-12E0-D66A3F5703DB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EB8BE22-A715-56F4-6958-478C2F0242E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4" name="Flowchart: Connector 13">
              <a:extLst>
                <a:ext uri="{FF2B5EF4-FFF2-40B4-BE49-F238E27FC236}">
                  <a16:creationId xmlns:a16="http://schemas.microsoft.com/office/drawing/2014/main" id="{5BA5CD7E-6367-4330-9DBE-394993B2A869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CCC8B0-05C4-E787-1AD5-943D68B3B0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25162"/>
              </p:ext>
            </p:extLst>
          </p:nvPr>
        </p:nvGraphicFramePr>
        <p:xfrm>
          <a:off x="0" y="542630"/>
          <a:ext cx="1510882" cy="4195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17927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Camera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Sampling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Area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1196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26788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8509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4851546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4528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71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DF044-2357-A8EF-D59A-31A99A3B9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CE7D2D8C-3690-6CBE-3740-2438A05261D3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Team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(15)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09874D-2E43-C9C2-108A-B04058ADD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271404"/>
              </p:ext>
            </p:extLst>
          </p:nvPr>
        </p:nvGraphicFramePr>
        <p:xfrm>
          <a:off x="1628314" y="2004907"/>
          <a:ext cx="7515685" cy="2691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1518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974113">
                  <a:extLst>
                    <a:ext uri="{9D8B030D-6E8A-4147-A177-3AD203B41FA5}">
                      <a16:colId xmlns:a16="http://schemas.microsoft.com/office/drawing/2014/main" val="1731985057"/>
                    </a:ext>
                  </a:extLst>
                </a:gridCol>
                <a:gridCol w="1760765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3464114">
                  <a:extLst>
                    <a:ext uri="{9D8B030D-6E8A-4147-A177-3AD203B41FA5}">
                      <a16:colId xmlns:a16="http://schemas.microsoft.com/office/drawing/2014/main" val="1478680236"/>
                    </a:ext>
                  </a:extLst>
                </a:gridCol>
                <a:gridCol w="1025175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Remark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การกระทำ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Administrator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RID - </a:t>
                      </a: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ภาคเหนือ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Praewpan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การไฟฟ้า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87" name="Rectangle: Rounded Corners 6">
            <a:extLst>
              <a:ext uri="{FF2B5EF4-FFF2-40B4-BE49-F238E27FC236}">
                <a16:creationId xmlns:a16="http://schemas.microsoft.com/office/drawing/2014/main" id="{F73FC293-B733-7505-BCA0-230C8D9A78F8}"/>
              </a:ext>
            </a:extLst>
          </p:cNvPr>
          <p:cNvSpPr/>
          <p:nvPr/>
        </p:nvSpPr>
        <p:spPr>
          <a:xfrm rot="16200000">
            <a:off x="5136016" y="-2597178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8" name="Rectangle: Rounded Corners 6">
            <a:extLst>
              <a:ext uri="{FF2B5EF4-FFF2-40B4-BE49-F238E27FC236}">
                <a16:creationId xmlns:a16="http://schemas.microsoft.com/office/drawing/2014/main" id="{0E4201D7-B7E3-AE9E-CF2B-1CCBC761B83B}"/>
              </a:ext>
            </a:extLst>
          </p:cNvPr>
          <p:cNvSpPr/>
          <p:nvPr/>
        </p:nvSpPr>
        <p:spPr>
          <a:xfrm rot="16200000">
            <a:off x="5143278" y="-2005675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A4825F0D-F2AC-5073-576B-4DB0B6628194}"/>
              </a:ext>
            </a:extLst>
          </p:cNvPr>
          <p:cNvSpPr/>
          <p:nvPr/>
        </p:nvSpPr>
        <p:spPr>
          <a:xfrm>
            <a:off x="8422144" y="1615029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เพิ่ม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7B2D2CF-6A18-3A47-305E-B123BB7C57E0}"/>
              </a:ext>
            </a:extLst>
          </p:cNvPr>
          <p:cNvGrpSpPr/>
          <p:nvPr/>
        </p:nvGrpSpPr>
        <p:grpSpPr>
          <a:xfrm>
            <a:off x="1733446" y="1056102"/>
            <a:ext cx="2151998" cy="256198"/>
            <a:chOff x="201705" y="645906"/>
            <a:chExt cx="4316580" cy="256198"/>
          </a:xfrm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A1AB34D7-11FA-7B75-AC0E-DAF724C948A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DA73F7D-764C-9A56-56EC-5BE15B381E93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5" name="Table 31">
            <a:extLst>
              <a:ext uri="{FF2B5EF4-FFF2-40B4-BE49-F238E27FC236}">
                <a16:creationId xmlns:a16="http://schemas.microsoft.com/office/drawing/2014/main" id="{A6EC991A-5A7C-E91F-D8FA-1E6D5FFCD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905582"/>
              </p:ext>
            </p:extLst>
          </p:nvPr>
        </p:nvGraphicFramePr>
        <p:xfrm>
          <a:off x="0" y="542630"/>
          <a:ext cx="1510882" cy="2397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14293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558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E837AC-00CA-446B-EDB7-EF7BBF400C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029749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f-ZA" sz="1000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2C44D53-173F-46EA-D91C-6BEF9CCAEF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C51DE5C-4CD6-7DFA-ECDA-C0DFCBA9F427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6C67211-D7A8-A0A5-AA77-6149633636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07BD8626-3837-4B15-7717-CD5810E1AA06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2035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89386A-DC06-9ED7-730C-BD333F592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DBB55587-2E30-B0D2-F282-FBD7D8958A72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Team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- Edit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Rectangle: Rounded Corners 6">
            <a:extLst>
              <a:ext uri="{FF2B5EF4-FFF2-40B4-BE49-F238E27FC236}">
                <a16:creationId xmlns:a16="http://schemas.microsoft.com/office/drawing/2014/main" id="{AA44CB4E-452C-FE51-31DC-50B5B9070D07}"/>
              </a:ext>
            </a:extLst>
          </p:cNvPr>
          <p:cNvSpPr/>
          <p:nvPr/>
        </p:nvSpPr>
        <p:spPr>
          <a:xfrm rot="16200000">
            <a:off x="2435458" y="103379"/>
            <a:ext cx="5886877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117B7BA6-CF93-6F59-40F9-EB47A9C5575A}"/>
              </a:ext>
            </a:extLst>
          </p:cNvPr>
          <p:cNvGrpSpPr/>
          <p:nvPr/>
        </p:nvGrpSpPr>
        <p:grpSpPr>
          <a:xfrm>
            <a:off x="1728827" y="6345764"/>
            <a:ext cx="1309136" cy="274276"/>
            <a:chOff x="201705" y="1222678"/>
            <a:chExt cx="1309136" cy="274276"/>
          </a:xfrm>
        </p:grpSpPr>
        <p:sp>
          <p:nvSpPr>
            <p:cNvPr id="10" name="Rectangle: Rounded Corners 7">
              <a:extLst>
                <a:ext uri="{FF2B5EF4-FFF2-40B4-BE49-F238E27FC236}">
                  <a16:creationId xmlns:a16="http://schemas.microsoft.com/office/drawing/2014/main" id="{9EE914C1-5F8B-58A7-F3E1-0BB2A8D00085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บันทึก</a:t>
              </a:r>
            </a:p>
          </p:txBody>
        </p:sp>
        <p:sp>
          <p:nvSpPr>
            <p:cNvPr id="11" name="Rectangle: Rounded Corners 8">
              <a:extLst>
                <a:ext uri="{FF2B5EF4-FFF2-40B4-BE49-F238E27FC236}">
                  <a16:creationId xmlns:a16="http://schemas.microsoft.com/office/drawing/2014/main" id="{6D5BD8F7-34A8-B0C7-C58C-AD120AC86299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ยกเลิก</a:t>
              </a:r>
            </a:p>
          </p:txBody>
        </p:sp>
      </p:grpSp>
      <p:grpSp>
        <p:nvGrpSpPr>
          <p:cNvPr id="97" name="Group 41">
            <a:extLst>
              <a:ext uri="{FF2B5EF4-FFF2-40B4-BE49-F238E27FC236}">
                <a16:creationId xmlns:a16="http://schemas.microsoft.com/office/drawing/2014/main" id="{2421A3C1-F5D7-3E9F-DF08-45E9A5DEE7AD}"/>
              </a:ext>
            </a:extLst>
          </p:cNvPr>
          <p:cNvGrpSpPr/>
          <p:nvPr/>
        </p:nvGrpSpPr>
        <p:grpSpPr>
          <a:xfrm>
            <a:off x="1646438" y="917418"/>
            <a:ext cx="2226041" cy="427369"/>
            <a:chOff x="53186" y="448089"/>
            <a:chExt cx="4465099" cy="427369"/>
          </a:xfrm>
        </p:grpSpPr>
        <p:sp>
          <p:nvSpPr>
            <p:cNvPr id="98" name="Rectangle: Rounded Corners 42">
              <a:extLst>
                <a:ext uri="{FF2B5EF4-FFF2-40B4-BE49-F238E27FC236}">
                  <a16:creationId xmlns:a16="http://schemas.microsoft.com/office/drawing/2014/main" id="{0040468B-1430-7440-BC3B-39F2675DBFA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9" name="TextBox 43">
              <a:extLst>
                <a:ext uri="{FF2B5EF4-FFF2-40B4-BE49-F238E27FC236}">
                  <a16:creationId xmlns:a16="http://schemas.microsoft.com/office/drawing/2014/main" id="{7343CCDE-EF19-35AA-BA1C-9BBF3443C1C1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TeamID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4" name="Group 69">
            <a:extLst>
              <a:ext uri="{FF2B5EF4-FFF2-40B4-BE49-F238E27FC236}">
                <a16:creationId xmlns:a16="http://schemas.microsoft.com/office/drawing/2014/main" id="{09CA27E8-8C79-A194-7732-8A367BA982B4}"/>
              </a:ext>
            </a:extLst>
          </p:cNvPr>
          <p:cNvGrpSpPr/>
          <p:nvPr/>
        </p:nvGrpSpPr>
        <p:grpSpPr>
          <a:xfrm>
            <a:off x="3982650" y="917418"/>
            <a:ext cx="2226041" cy="427369"/>
            <a:chOff x="53186" y="448089"/>
            <a:chExt cx="4465099" cy="427369"/>
          </a:xfrm>
        </p:grpSpPr>
        <p:sp>
          <p:nvSpPr>
            <p:cNvPr id="5" name="Rectangle: Rounded Corners 70">
              <a:extLst>
                <a:ext uri="{FF2B5EF4-FFF2-40B4-BE49-F238E27FC236}">
                  <a16:creationId xmlns:a16="http://schemas.microsoft.com/office/drawing/2014/main" id="{BCE4DC71-A68E-FFD7-0D6E-83150E8073E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" name="TextBox 71">
              <a:extLst>
                <a:ext uri="{FF2B5EF4-FFF2-40B4-BE49-F238E27FC236}">
                  <a16:creationId xmlns:a16="http://schemas.microsoft.com/office/drawing/2014/main" id="{5ECE237C-D5D2-EE37-4731-999723C91CD3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Team Name</a:t>
              </a:r>
            </a:p>
          </p:txBody>
        </p: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27C78BA-762F-8584-BC53-21C22471CC6F}"/>
              </a:ext>
            </a:extLst>
          </p:cNvPr>
          <p:cNvSpPr/>
          <p:nvPr/>
        </p:nvSpPr>
        <p:spPr>
          <a:xfrm>
            <a:off x="8439325" y="6345764"/>
            <a:ext cx="582964" cy="27427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Delete</a:t>
            </a:r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แ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5762FE3-1FC5-AA9D-7CD1-CEADD1433A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010230"/>
              </p:ext>
            </p:extLst>
          </p:nvPr>
        </p:nvGraphicFramePr>
        <p:xfrm>
          <a:off x="1896326" y="1516738"/>
          <a:ext cx="3236366" cy="179282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11744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2502982">
                  <a:extLst>
                    <a:ext uri="{9D8B030D-6E8A-4147-A177-3AD203B41FA5}">
                      <a16:colId xmlns:a16="http://schemas.microsoft.com/office/drawing/2014/main" val="1731985057"/>
                    </a:ext>
                  </a:extLst>
                </a:gridCol>
                <a:gridCol w="421640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 dirty="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 </a:t>
                      </a: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โครงการมู</a:t>
                      </a: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Delete</a:t>
                      </a: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น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1.1 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TMB.01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 โครงการเจ้าพระยา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BB269A09-51F2-4A82-0A9D-D369123B08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834095"/>
              </p:ext>
            </p:extLst>
          </p:nvPr>
        </p:nvGraphicFramePr>
        <p:xfrm>
          <a:off x="5378895" y="1516738"/>
          <a:ext cx="3507557" cy="2691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05367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1041218">
                  <a:extLst>
                    <a:ext uri="{9D8B030D-6E8A-4147-A177-3AD203B41FA5}">
                      <a16:colId xmlns:a16="http://schemas.microsoft.com/office/drawing/2014/main" val="1731985057"/>
                    </a:ext>
                  </a:extLst>
                </a:gridCol>
                <a:gridCol w="1080486">
                  <a:extLst>
                    <a:ext uri="{9D8B030D-6E8A-4147-A177-3AD203B41FA5}">
                      <a16:colId xmlns:a16="http://schemas.microsoft.com/office/drawing/2014/main" val="2176931533"/>
                    </a:ext>
                  </a:extLst>
                </a:gridCol>
                <a:gridCol w="1080486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Firstname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E-mail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 dirty="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RID - </a:t>
                      </a: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ภาคเหนือ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abcd@gmail.com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Praewpan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abcd@gmail.com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การไฟฟ้า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abcd@gmail.com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abcd@gmail.com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abcd@gmail.com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abcd@gmail.com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RID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abcd@gmail.com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 dirty="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8FCD6C1-5FAA-C8BA-2D11-D3612A6C1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620099"/>
              </p:ext>
            </p:extLst>
          </p:nvPr>
        </p:nvGraphicFramePr>
        <p:xfrm>
          <a:off x="1896326" y="3604416"/>
          <a:ext cx="3236366" cy="179282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11744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2502982">
                  <a:extLst>
                    <a:ext uri="{9D8B030D-6E8A-4147-A177-3AD203B41FA5}">
                      <a16:colId xmlns:a16="http://schemas.microsoft.com/office/drawing/2014/main" val="1731985057"/>
                    </a:ext>
                  </a:extLst>
                </a:gridCol>
                <a:gridCol w="421640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Watershed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 dirty="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1 ] </a:t>
                      </a: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ลุ่มน้ำเจ้าพระยา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1.1 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TC.12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 ลุ่มมน</a:t>
                      </a:r>
                      <a:r>
                        <a:rPr kumimoji="0" lang="th-TH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้ำ</a:t>
                      </a: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สาละวิน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100"/>
                        <a:t>□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</a:tbl>
          </a:graphicData>
        </a:graphic>
      </p:graphicFrame>
      <p:graphicFrame>
        <p:nvGraphicFramePr>
          <p:cNvPr id="8" name="Table 31">
            <a:extLst>
              <a:ext uri="{FF2B5EF4-FFF2-40B4-BE49-F238E27FC236}">
                <a16:creationId xmlns:a16="http://schemas.microsoft.com/office/drawing/2014/main" id="{A24651D4-664D-498B-85FC-930A22B546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864333"/>
              </p:ext>
            </p:extLst>
          </p:nvPr>
        </p:nvGraphicFramePr>
        <p:xfrm>
          <a:off x="0" y="542630"/>
          <a:ext cx="1510882" cy="2397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14293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558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147CF75-CC9B-0E8F-02B3-6BDFFDCC6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849395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FE513AC7-C4AA-28B3-7AD5-BEBEFFFAB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E7682415-CDC0-C563-6A44-4D8E7B86DE6B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5412211-B31F-07CC-1E39-7D010E3732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16" name="Flowchart: Connector 15">
              <a:extLst>
                <a:ext uri="{FF2B5EF4-FFF2-40B4-BE49-F238E27FC236}">
                  <a16:creationId xmlns:a16="http://schemas.microsoft.com/office/drawing/2014/main" id="{E3A94B5A-AC0E-5770-6202-0F68E587A4E3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948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DF044-2357-A8EF-D59A-31A99A3B9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CE7D2D8C-3690-6CBE-3740-2438A05261D3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User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(15)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09874D-2E43-C9C2-108A-B04058ADD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205242"/>
              </p:ext>
            </p:extLst>
          </p:nvPr>
        </p:nvGraphicFramePr>
        <p:xfrm>
          <a:off x="1628315" y="2004907"/>
          <a:ext cx="7517720" cy="269178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  <a:gridCol w="695971">
                  <a:extLst>
                    <a:ext uri="{9D8B030D-6E8A-4147-A177-3AD203B41FA5}">
                      <a16:colId xmlns:a16="http://schemas.microsoft.com/office/drawing/2014/main" val="1731985057"/>
                    </a:ext>
                  </a:extLst>
                </a:gridCol>
                <a:gridCol w="1258008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1338107">
                  <a:extLst>
                    <a:ext uri="{9D8B030D-6E8A-4147-A177-3AD203B41FA5}">
                      <a16:colId xmlns:a16="http://schemas.microsoft.com/office/drawing/2014/main" val="3179565808"/>
                    </a:ext>
                  </a:extLst>
                </a:gridCol>
                <a:gridCol w="809907">
                  <a:extLst>
                    <a:ext uri="{9D8B030D-6E8A-4147-A177-3AD203B41FA5}">
                      <a16:colId xmlns:a16="http://schemas.microsoft.com/office/drawing/2014/main" val="4138798698"/>
                    </a:ext>
                  </a:extLst>
                </a:gridCol>
                <a:gridCol w="2474994">
                  <a:extLst>
                    <a:ext uri="{9D8B030D-6E8A-4147-A177-3AD203B41FA5}">
                      <a16:colId xmlns:a16="http://schemas.microsoft.com/office/drawing/2014/main" val="1478680236"/>
                    </a:ext>
                  </a:extLst>
                </a:gridCol>
                <a:gridCol w="732453">
                  <a:extLst>
                    <a:ext uri="{9D8B030D-6E8A-4147-A177-3AD203B41FA5}">
                      <a16:colId xmlns:a16="http://schemas.microsoft.com/office/drawing/2014/main" val="344182886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UserID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Remark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การกระทำ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Administrator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Admin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455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RID - </a:t>
                      </a: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ภาคเหนือ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Supervisor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234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Praewpan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Supervisor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712025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การไฟฟ้า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Staff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73548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Staff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guest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Active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guest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Deactivated</a:t>
                      </a: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63391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h-TH" sz="12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f-ZA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Edit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119969"/>
                  </a:ext>
                </a:extLst>
              </a:tr>
            </a:tbl>
          </a:graphicData>
        </a:graphic>
      </p:graphicFrame>
      <p:sp>
        <p:nvSpPr>
          <p:cNvPr id="87" name="Rectangle: Rounded Corners 6">
            <a:extLst>
              <a:ext uri="{FF2B5EF4-FFF2-40B4-BE49-F238E27FC236}">
                <a16:creationId xmlns:a16="http://schemas.microsoft.com/office/drawing/2014/main" id="{F73FC293-B733-7505-BCA0-230C8D9A78F8}"/>
              </a:ext>
            </a:extLst>
          </p:cNvPr>
          <p:cNvSpPr/>
          <p:nvPr/>
        </p:nvSpPr>
        <p:spPr>
          <a:xfrm rot="16200000">
            <a:off x="5136016" y="-2597178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8" name="Rectangle: Rounded Corners 6">
            <a:extLst>
              <a:ext uri="{FF2B5EF4-FFF2-40B4-BE49-F238E27FC236}">
                <a16:creationId xmlns:a16="http://schemas.microsoft.com/office/drawing/2014/main" id="{0E4201D7-B7E3-AE9E-CF2B-1CCBC761B83B}"/>
              </a:ext>
            </a:extLst>
          </p:cNvPr>
          <p:cNvSpPr/>
          <p:nvPr/>
        </p:nvSpPr>
        <p:spPr>
          <a:xfrm rot="16200000">
            <a:off x="5143278" y="-2005675"/>
            <a:ext cx="485760" cy="751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A4825F0D-F2AC-5073-576B-4DB0B6628194}"/>
              </a:ext>
            </a:extLst>
          </p:cNvPr>
          <p:cNvSpPr/>
          <p:nvPr/>
        </p:nvSpPr>
        <p:spPr>
          <a:xfrm>
            <a:off x="8422144" y="1615029"/>
            <a:ext cx="623795" cy="274276"/>
          </a:xfrm>
          <a:prstGeom prst="roundRect">
            <a:avLst/>
          </a:prstGeom>
          <a:solidFill>
            <a:srgbClr val="2DA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เพิ่ม</a:t>
            </a: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7B2D2CF-6A18-3A47-305E-B123BB7C57E0}"/>
              </a:ext>
            </a:extLst>
          </p:cNvPr>
          <p:cNvGrpSpPr/>
          <p:nvPr/>
        </p:nvGrpSpPr>
        <p:grpSpPr>
          <a:xfrm>
            <a:off x="1733446" y="1056102"/>
            <a:ext cx="2151998" cy="256198"/>
            <a:chOff x="201705" y="645906"/>
            <a:chExt cx="4316580" cy="256198"/>
          </a:xfrm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A1AB34D7-11FA-7B75-AC0E-DAF724C948A1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/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DA73F7D-764C-9A56-56EC-5BE15B381E93}"/>
                </a:ext>
              </a:extLst>
            </p:cNvPr>
            <p:cNvSpPr txBox="1"/>
            <p:nvPr/>
          </p:nvSpPr>
          <p:spPr>
            <a:xfrm>
              <a:off x="268075" y="655883"/>
              <a:ext cx="10323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graphicFrame>
        <p:nvGraphicFramePr>
          <p:cNvPr id="4" name="Table 31">
            <a:extLst>
              <a:ext uri="{FF2B5EF4-FFF2-40B4-BE49-F238E27FC236}">
                <a16:creationId xmlns:a16="http://schemas.microsoft.com/office/drawing/2014/main" id="{60CEF5F4-6A84-B4C3-B0D7-B936EDB54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767934"/>
              </p:ext>
            </p:extLst>
          </p:nvPr>
        </p:nvGraphicFramePr>
        <p:xfrm>
          <a:off x="0" y="542630"/>
          <a:ext cx="1510882" cy="2397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14293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558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E0DC19-CEDC-46A5-7146-3A7E5C7DE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228365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565D131-B8FC-E9DA-DC3F-1ABA15648B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E4EC7B8-C8BE-ED91-F1D8-C21935CDA47D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BA6A38C-DF63-BC4D-C793-BB33E9DEE6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E6EC62C8-1688-B861-3FC6-5E9D27E6161F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7949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2D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AD7596-BDC9-4D4A-20B2-32F1D5DBE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6">
            <a:extLst>
              <a:ext uri="{FF2B5EF4-FFF2-40B4-BE49-F238E27FC236}">
                <a16:creationId xmlns:a16="http://schemas.microsoft.com/office/drawing/2014/main" id="{4F88C197-5FE4-1487-122C-9E6D482F814A}"/>
              </a:ext>
            </a:extLst>
          </p:cNvPr>
          <p:cNvSpPr/>
          <p:nvPr/>
        </p:nvSpPr>
        <p:spPr>
          <a:xfrm>
            <a:off x="1621053" y="542630"/>
            <a:ext cx="7515685" cy="375154"/>
          </a:xfrm>
          <a:prstGeom prst="rect">
            <a:avLst/>
          </a:prstGeom>
          <a:solidFill>
            <a:srgbClr val="E0F3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rPr>
              <a:t>User </a:t>
            </a:r>
            <a:r>
              <a:rPr lang="en-US" sz="2000" b="1" dirty="0">
                <a:solidFill>
                  <a:srgbClr val="0070C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- Edit</a:t>
            </a:r>
            <a:endParaRPr lang="af-ZA" sz="2000" b="1" dirty="0">
              <a:solidFill>
                <a:srgbClr val="0070C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Rectangle: Rounded Corners 6">
            <a:extLst>
              <a:ext uri="{FF2B5EF4-FFF2-40B4-BE49-F238E27FC236}">
                <a16:creationId xmlns:a16="http://schemas.microsoft.com/office/drawing/2014/main" id="{0ACB8CB2-C3C4-E004-9F1D-DE7AB6E8D23D}"/>
              </a:ext>
            </a:extLst>
          </p:cNvPr>
          <p:cNvSpPr/>
          <p:nvPr/>
        </p:nvSpPr>
        <p:spPr>
          <a:xfrm rot="16200000">
            <a:off x="3351383" y="-812545"/>
            <a:ext cx="4055027" cy="7515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1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1659EB8F-E46E-B401-2A83-4D42FDEA78F3}"/>
              </a:ext>
            </a:extLst>
          </p:cNvPr>
          <p:cNvGrpSpPr/>
          <p:nvPr/>
        </p:nvGrpSpPr>
        <p:grpSpPr>
          <a:xfrm>
            <a:off x="1728827" y="4577924"/>
            <a:ext cx="1309136" cy="274276"/>
            <a:chOff x="201705" y="1222678"/>
            <a:chExt cx="1309136" cy="274276"/>
          </a:xfrm>
        </p:grpSpPr>
        <p:sp>
          <p:nvSpPr>
            <p:cNvPr id="10" name="Rectangle: Rounded Corners 7">
              <a:extLst>
                <a:ext uri="{FF2B5EF4-FFF2-40B4-BE49-F238E27FC236}">
                  <a16:creationId xmlns:a16="http://schemas.microsoft.com/office/drawing/2014/main" id="{567AAC04-5213-D79D-D313-06995BFBE639}"/>
                </a:ext>
              </a:extLst>
            </p:cNvPr>
            <p:cNvSpPr/>
            <p:nvPr/>
          </p:nvSpPr>
          <p:spPr>
            <a:xfrm>
              <a:off x="201705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บันทึก</a:t>
              </a:r>
            </a:p>
          </p:txBody>
        </p:sp>
        <p:sp>
          <p:nvSpPr>
            <p:cNvPr id="11" name="Rectangle: Rounded Corners 8">
              <a:extLst>
                <a:ext uri="{FF2B5EF4-FFF2-40B4-BE49-F238E27FC236}">
                  <a16:creationId xmlns:a16="http://schemas.microsoft.com/office/drawing/2014/main" id="{3F53EF52-7592-FA4E-7A6E-6ED55AF41B9C}"/>
                </a:ext>
              </a:extLst>
            </p:cNvPr>
            <p:cNvSpPr/>
            <p:nvPr/>
          </p:nvSpPr>
          <p:spPr>
            <a:xfrm>
              <a:off x="887046" y="1222678"/>
              <a:ext cx="623795" cy="274276"/>
            </a:xfrm>
            <a:prstGeom prst="roundRect">
              <a:avLst/>
            </a:prstGeom>
            <a:solidFill>
              <a:srgbClr val="2DA4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1000" b="1" dirty="0">
                  <a:solidFill>
                    <a:srgbClr val="FFFFFF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ยกเลิก</a:t>
              </a:r>
            </a:p>
          </p:txBody>
        </p:sp>
      </p:grpSp>
      <p:grpSp>
        <p:nvGrpSpPr>
          <p:cNvPr id="13" name="Group 41">
            <a:extLst>
              <a:ext uri="{FF2B5EF4-FFF2-40B4-BE49-F238E27FC236}">
                <a16:creationId xmlns:a16="http://schemas.microsoft.com/office/drawing/2014/main" id="{791411AF-A1DB-203A-B39C-63C5DBC89673}"/>
              </a:ext>
            </a:extLst>
          </p:cNvPr>
          <p:cNvGrpSpPr/>
          <p:nvPr/>
        </p:nvGrpSpPr>
        <p:grpSpPr>
          <a:xfrm>
            <a:off x="3936885" y="1394386"/>
            <a:ext cx="2226041" cy="427369"/>
            <a:chOff x="53186" y="448089"/>
            <a:chExt cx="4465099" cy="427369"/>
          </a:xfrm>
        </p:grpSpPr>
        <p:sp>
          <p:nvSpPr>
            <p:cNvPr id="14" name="Rectangle: Rounded Corners 42">
              <a:extLst>
                <a:ext uri="{FF2B5EF4-FFF2-40B4-BE49-F238E27FC236}">
                  <a16:creationId xmlns:a16="http://schemas.microsoft.com/office/drawing/2014/main" id="{B8F83C37-551F-6CD9-7B06-6642B68FDF6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15" name="TextBox 43">
              <a:extLst>
                <a:ext uri="{FF2B5EF4-FFF2-40B4-BE49-F238E27FC236}">
                  <a16:creationId xmlns:a16="http://schemas.microsoft.com/office/drawing/2014/main" id="{A59E2317-C435-4C74-DBE6-6F19557C94A9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Firstname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16" name="Group 44">
            <a:extLst>
              <a:ext uri="{FF2B5EF4-FFF2-40B4-BE49-F238E27FC236}">
                <a16:creationId xmlns:a16="http://schemas.microsoft.com/office/drawing/2014/main" id="{CB2728DA-BEA2-E9C4-09A2-E422FB6D82EF}"/>
              </a:ext>
            </a:extLst>
          </p:cNvPr>
          <p:cNvGrpSpPr/>
          <p:nvPr/>
        </p:nvGrpSpPr>
        <p:grpSpPr>
          <a:xfrm>
            <a:off x="6206010" y="1389510"/>
            <a:ext cx="2226041" cy="427369"/>
            <a:chOff x="53186" y="448089"/>
            <a:chExt cx="4465099" cy="427369"/>
          </a:xfrm>
        </p:grpSpPr>
        <p:sp>
          <p:nvSpPr>
            <p:cNvPr id="25" name="Rectangle: Rounded Corners 45">
              <a:extLst>
                <a:ext uri="{FF2B5EF4-FFF2-40B4-BE49-F238E27FC236}">
                  <a16:creationId xmlns:a16="http://schemas.microsoft.com/office/drawing/2014/main" id="{98499E83-ED94-07FD-1C69-4A3B90A9066B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7" name="TextBox 46">
              <a:extLst>
                <a:ext uri="{FF2B5EF4-FFF2-40B4-BE49-F238E27FC236}">
                  <a16:creationId xmlns:a16="http://schemas.microsoft.com/office/drawing/2014/main" id="{FEDE9B3F-8AD6-76AF-8A58-310565BC621C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Lastname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H Sarabun New" panose="020B0500040200020003" pitchFamily="34" charset="-34"/>
                <a:ea typeface="+mn-ea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32" name="Group 50">
            <a:extLst>
              <a:ext uri="{FF2B5EF4-FFF2-40B4-BE49-F238E27FC236}">
                <a16:creationId xmlns:a16="http://schemas.microsoft.com/office/drawing/2014/main" id="{604B0256-5336-6AAA-567C-7BFC60746440}"/>
              </a:ext>
            </a:extLst>
          </p:cNvPr>
          <p:cNvGrpSpPr/>
          <p:nvPr/>
        </p:nvGrpSpPr>
        <p:grpSpPr>
          <a:xfrm>
            <a:off x="3954868" y="1821667"/>
            <a:ext cx="2226041" cy="427369"/>
            <a:chOff x="53186" y="448089"/>
            <a:chExt cx="4465099" cy="427369"/>
          </a:xfrm>
        </p:grpSpPr>
        <p:sp>
          <p:nvSpPr>
            <p:cNvPr id="33" name="Rectangle: Rounded Corners 51">
              <a:extLst>
                <a:ext uri="{FF2B5EF4-FFF2-40B4-BE49-F238E27FC236}">
                  <a16:creationId xmlns:a16="http://schemas.microsoft.com/office/drawing/2014/main" id="{D2205FD7-E07B-806A-741A-E9DED41714E8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r>
                <a:rPr lang="th-TH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▼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4" name="TextBox 53">
              <a:extLst>
                <a:ext uri="{FF2B5EF4-FFF2-40B4-BE49-F238E27FC236}">
                  <a16:creationId xmlns:a16="http://schemas.microsoft.com/office/drawing/2014/main" id="{2D07FF63-A4F3-2D5C-BACB-2F8E9D6B7632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User Permission</a:t>
              </a:r>
            </a:p>
          </p:txBody>
        </p:sp>
      </p:grpSp>
      <p:graphicFrame>
        <p:nvGraphicFramePr>
          <p:cNvPr id="35" name="Table 54">
            <a:extLst>
              <a:ext uri="{FF2B5EF4-FFF2-40B4-BE49-F238E27FC236}">
                <a16:creationId xmlns:a16="http://schemas.microsoft.com/office/drawing/2014/main" id="{5FE6E2C3-B1A3-6DF7-5AA2-4FC0FE4FF780}"/>
              </a:ext>
            </a:extLst>
          </p:cNvPr>
          <p:cNvGraphicFramePr>
            <a:graphicFrameLocks noGrp="1"/>
          </p:cNvGraphicFramePr>
          <p:nvPr/>
        </p:nvGraphicFramePr>
        <p:xfrm>
          <a:off x="4028911" y="2277539"/>
          <a:ext cx="2147080" cy="97536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{7DF18680-E054-41AD-8BC1-D1AEF772440D}</a:tableStyleId>
              </a:tblPr>
              <a:tblGrid>
                <a:gridCol w="2147080">
                  <a:extLst>
                    <a:ext uri="{9D8B030D-6E8A-4147-A177-3AD203B41FA5}">
                      <a16:colId xmlns:a16="http://schemas.microsoft.com/office/drawing/2014/main" val="20405803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Admin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Supervisor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315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Guest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64709"/>
                  </a:ext>
                </a:extLst>
              </a:tr>
            </a:tbl>
          </a:graphicData>
        </a:graphic>
      </p:graphicFrame>
      <p:grpSp>
        <p:nvGrpSpPr>
          <p:cNvPr id="97" name="Group 41">
            <a:extLst>
              <a:ext uri="{FF2B5EF4-FFF2-40B4-BE49-F238E27FC236}">
                <a16:creationId xmlns:a16="http://schemas.microsoft.com/office/drawing/2014/main" id="{EC57094B-3207-7EDA-AEE8-2DD4142070A9}"/>
              </a:ext>
            </a:extLst>
          </p:cNvPr>
          <p:cNvGrpSpPr/>
          <p:nvPr/>
        </p:nvGrpSpPr>
        <p:grpSpPr>
          <a:xfrm>
            <a:off x="1646438" y="917418"/>
            <a:ext cx="2226041" cy="427369"/>
            <a:chOff x="53186" y="448089"/>
            <a:chExt cx="4465099" cy="427369"/>
          </a:xfrm>
        </p:grpSpPr>
        <p:sp>
          <p:nvSpPr>
            <p:cNvPr id="98" name="Rectangle: Rounded Corners 42">
              <a:extLst>
                <a:ext uri="{FF2B5EF4-FFF2-40B4-BE49-F238E27FC236}">
                  <a16:creationId xmlns:a16="http://schemas.microsoft.com/office/drawing/2014/main" id="{FF3009D4-CFF1-D95C-4526-7A5B69C00C2D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9" name="TextBox 43">
              <a:extLst>
                <a:ext uri="{FF2B5EF4-FFF2-40B4-BE49-F238E27FC236}">
                  <a16:creationId xmlns:a16="http://schemas.microsoft.com/office/drawing/2014/main" id="{FDD9C51E-B09B-9BF0-7BA0-860DE95C5FD8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>
                  <a:latin typeface="TH Sarabun New" panose="020B0500040200020003" pitchFamily="34" charset="-34"/>
                  <a:cs typeface="TH Sarabun New" panose="020B0500040200020003" pitchFamily="34" charset="-34"/>
                </a:rPr>
                <a:t>UserID</a:t>
              </a:r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</p:grpSp>
      <p:grpSp>
        <p:nvGrpSpPr>
          <p:cNvPr id="4" name="Group 69">
            <a:extLst>
              <a:ext uri="{FF2B5EF4-FFF2-40B4-BE49-F238E27FC236}">
                <a16:creationId xmlns:a16="http://schemas.microsoft.com/office/drawing/2014/main" id="{877460B6-F6DB-02AD-7B6F-ED833875DF76}"/>
              </a:ext>
            </a:extLst>
          </p:cNvPr>
          <p:cNvGrpSpPr/>
          <p:nvPr/>
        </p:nvGrpSpPr>
        <p:grpSpPr>
          <a:xfrm>
            <a:off x="1654784" y="1400807"/>
            <a:ext cx="2226041" cy="427369"/>
            <a:chOff x="53186" y="448089"/>
            <a:chExt cx="4465099" cy="427369"/>
          </a:xfrm>
        </p:grpSpPr>
        <p:sp>
          <p:nvSpPr>
            <p:cNvPr id="5" name="Rectangle: Rounded Corners 70">
              <a:extLst>
                <a:ext uri="{FF2B5EF4-FFF2-40B4-BE49-F238E27FC236}">
                  <a16:creationId xmlns:a16="http://schemas.microsoft.com/office/drawing/2014/main" id="{1D82A081-D6F0-5FCF-467D-2EAD282DFE72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7" name="TextBox 71">
              <a:extLst>
                <a:ext uri="{FF2B5EF4-FFF2-40B4-BE49-F238E27FC236}">
                  <a16:creationId xmlns:a16="http://schemas.microsoft.com/office/drawing/2014/main" id="{9860FEC0-2214-D404-43AB-84EF0117AB9F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Username</a:t>
              </a:r>
            </a:p>
          </p:txBody>
        </p:sp>
      </p:grpSp>
      <p:grpSp>
        <p:nvGrpSpPr>
          <p:cNvPr id="8" name="Group 72">
            <a:extLst>
              <a:ext uri="{FF2B5EF4-FFF2-40B4-BE49-F238E27FC236}">
                <a16:creationId xmlns:a16="http://schemas.microsoft.com/office/drawing/2014/main" id="{F4C2F7EC-2FE5-6863-C53C-8FF46D9A2D20}"/>
              </a:ext>
            </a:extLst>
          </p:cNvPr>
          <p:cNvGrpSpPr/>
          <p:nvPr/>
        </p:nvGrpSpPr>
        <p:grpSpPr>
          <a:xfrm>
            <a:off x="1654784" y="1821436"/>
            <a:ext cx="2226041" cy="427369"/>
            <a:chOff x="53186" y="448089"/>
            <a:chExt cx="4465099" cy="427369"/>
          </a:xfrm>
        </p:grpSpPr>
        <p:sp>
          <p:nvSpPr>
            <p:cNvPr id="9" name="Rectangle: Rounded Corners 73">
              <a:extLst>
                <a:ext uri="{FF2B5EF4-FFF2-40B4-BE49-F238E27FC236}">
                  <a16:creationId xmlns:a16="http://schemas.microsoft.com/office/drawing/2014/main" id="{20F3E004-0C67-1265-5E50-40D8677E2216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31" name="TextBox 74">
              <a:extLst>
                <a:ext uri="{FF2B5EF4-FFF2-40B4-BE49-F238E27FC236}">
                  <a16:creationId xmlns:a16="http://schemas.microsoft.com/office/drawing/2014/main" id="{DA5033D7-E3B9-D973-6EC5-B9B9B0B4CA2D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E-mail</a:t>
              </a:r>
            </a:p>
          </p:txBody>
        </p:sp>
      </p:grpSp>
      <p:grpSp>
        <p:nvGrpSpPr>
          <p:cNvPr id="44" name="Group 78">
            <a:extLst>
              <a:ext uri="{FF2B5EF4-FFF2-40B4-BE49-F238E27FC236}">
                <a16:creationId xmlns:a16="http://schemas.microsoft.com/office/drawing/2014/main" id="{6AC2A939-B265-7E9E-C2B7-65126AB08688}"/>
              </a:ext>
            </a:extLst>
          </p:cNvPr>
          <p:cNvGrpSpPr/>
          <p:nvPr/>
        </p:nvGrpSpPr>
        <p:grpSpPr>
          <a:xfrm>
            <a:off x="1654784" y="2702571"/>
            <a:ext cx="2226041" cy="427369"/>
            <a:chOff x="53186" y="448089"/>
            <a:chExt cx="4465099" cy="427369"/>
          </a:xfrm>
        </p:grpSpPr>
        <p:sp>
          <p:nvSpPr>
            <p:cNvPr id="45" name="Rectangle: Rounded Corners 79">
              <a:extLst>
                <a:ext uri="{FF2B5EF4-FFF2-40B4-BE49-F238E27FC236}">
                  <a16:creationId xmlns:a16="http://schemas.microsoft.com/office/drawing/2014/main" id="{208A1DEE-3E7C-B6A7-FC9D-33B5AB6515E0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6" name="TextBox 80">
              <a:extLst>
                <a:ext uri="{FF2B5EF4-FFF2-40B4-BE49-F238E27FC236}">
                  <a16:creationId xmlns:a16="http://schemas.microsoft.com/office/drawing/2014/main" id="{62055375-02E3-6C01-68E8-C31A390B3872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Password</a:t>
              </a:r>
            </a:p>
          </p:txBody>
        </p:sp>
      </p:grpSp>
      <p:grpSp>
        <p:nvGrpSpPr>
          <p:cNvPr id="47" name="Group 81">
            <a:extLst>
              <a:ext uri="{FF2B5EF4-FFF2-40B4-BE49-F238E27FC236}">
                <a16:creationId xmlns:a16="http://schemas.microsoft.com/office/drawing/2014/main" id="{CD91DA7D-A6C8-4D21-3132-C8CA6BAB2DA9}"/>
              </a:ext>
            </a:extLst>
          </p:cNvPr>
          <p:cNvGrpSpPr/>
          <p:nvPr/>
        </p:nvGrpSpPr>
        <p:grpSpPr>
          <a:xfrm>
            <a:off x="1664156" y="3118279"/>
            <a:ext cx="2226041" cy="427369"/>
            <a:chOff x="53186" y="448089"/>
            <a:chExt cx="4465099" cy="427369"/>
          </a:xfrm>
        </p:grpSpPr>
        <p:sp>
          <p:nvSpPr>
            <p:cNvPr id="48" name="Rectangle: Rounded Corners 82">
              <a:extLst>
                <a:ext uri="{FF2B5EF4-FFF2-40B4-BE49-F238E27FC236}">
                  <a16:creationId xmlns:a16="http://schemas.microsoft.com/office/drawing/2014/main" id="{20444931-B9C2-0B1D-D5A2-2C1031C2CBB2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9" name="TextBox 83">
              <a:extLst>
                <a:ext uri="{FF2B5EF4-FFF2-40B4-BE49-F238E27FC236}">
                  <a16:creationId xmlns:a16="http://schemas.microsoft.com/office/drawing/2014/main" id="{6372A594-675E-B8FC-B9AA-481324C86538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Password Confirm</a:t>
              </a:r>
            </a:p>
          </p:txBody>
        </p:sp>
      </p:grpSp>
      <p:grpSp>
        <p:nvGrpSpPr>
          <p:cNvPr id="50" name="Group 9">
            <a:extLst>
              <a:ext uri="{FF2B5EF4-FFF2-40B4-BE49-F238E27FC236}">
                <a16:creationId xmlns:a16="http://schemas.microsoft.com/office/drawing/2014/main" id="{27C47C37-69CB-1F4A-9800-D6BC47D617D8}"/>
              </a:ext>
            </a:extLst>
          </p:cNvPr>
          <p:cNvGrpSpPr/>
          <p:nvPr/>
        </p:nvGrpSpPr>
        <p:grpSpPr>
          <a:xfrm>
            <a:off x="1654784" y="3534536"/>
            <a:ext cx="2226041" cy="427369"/>
            <a:chOff x="53186" y="448089"/>
            <a:chExt cx="4465099" cy="427369"/>
          </a:xfrm>
        </p:grpSpPr>
        <p:sp>
          <p:nvSpPr>
            <p:cNvPr id="51" name="Rectangle: Rounded Corners 10">
              <a:extLst>
                <a:ext uri="{FF2B5EF4-FFF2-40B4-BE49-F238E27FC236}">
                  <a16:creationId xmlns:a16="http://schemas.microsoft.com/office/drawing/2014/main" id="{55C1510F-2FA8-A22E-623D-9B810C5F07CC}"/>
                </a:ext>
              </a:extLst>
            </p:cNvPr>
            <p:cNvSpPr/>
            <p:nvPr/>
          </p:nvSpPr>
          <p:spPr>
            <a:xfrm>
              <a:off x="201705" y="645906"/>
              <a:ext cx="4316580" cy="229552"/>
            </a:xfrm>
            <a:prstGeom prst="roundRect">
              <a:avLst>
                <a:gd name="adj" fmla="val 33402"/>
              </a:avLst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52" name="TextBox 11">
              <a:extLst>
                <a:ext uri="{FF2B5EF4-FFF2-40B4-BE49-F238E27FC236}">
                  <a16:creationId xmlns:a16="http://schemas.microsoft.com/office/drawing/2014/main" id="{1A32539A-68CF-5749-C1A6-A53490DB16BF}"/>
                </a:ext>
              </a:extLst>
            </p:cNvPr>
            <p:cNvSpPr txBox="1"/>
            <p:nvPr/>
          </p:nvSpPr>
          <p:spPr>
            <a:xfrm>
              <a:off x="53186" y="448089"/>
              <a:ext cx="190809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Remark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5B0265D-0193-F6E5-D134-8260B1EF8973}"/>
              </a:ext>
            </a:extLst>
          </p:cNvPr>
          <p:cNvGrpSpPr/>
          <p:nvPr/>
        </p:nvGrpSpPr>
        <p:grpSpPr>
          <a:xfrm>
            <a:off x="3946522" y="951983"/>
            <a:ext cx="951266" cy="374028"/>
            <a:chOff x="1654784" y="1931142"/>
            <a:chExt cx="951266" cy="374028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800079F-591D-D683-7F54-4631D6E09D2E}"/>
                </a:ext>
              </a:extLst>
            </p:cNvPr>
            <p:cNvSpPr/>
            <p:nvPr/>
          </p:nvSpPr>
          <p:spPr>
            <a:xfrm>
              <a:off x="1728827" y="2140691"/>
              <a:ext cx="166013" cy="164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/>
              <a:endParaRPr lang="en-US" sz="1000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9AD8A0D-A5D6-5BEB-E786-C26228CFC4F0}"/>
                </a:ext>
              </a:extLst>
            </p:cNvPr>
            <p:cNvSpPr txBox="1"/>
            <p:nvPr/>
          </p:nvSpPr>
          <p:spPr>
            <a:xfrm>
              <a:off x="1654784" y="1931142"/>
              <a:ext cx="951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Status</a:t>
              </a:r>
            </a:p>
          </p:txBody>
        </p:sp>
      </p:grp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4D1E6ED-9944-6847-7C10-0747A5269B5B}"/>
              </a:ext>
            </a:extLst>
          </p:cNvPr>
          <p:cNvSpPr/>
          <p:nvPr/>
        </p:nvSpPr>
        <p:spPr>
          <a:xfrm>
            <a:off x="8439325" y="4577924"/>
            <a:ext cx="582964" cy="274276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sz="1000" b="1" dirty="0">
                <a:solidFill>
                  <a:srgbClr val="FFFFFF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Delete</a:t>
            </a:r>
            <a:endParaRPr lang="th-TH" sz="1000" b="1" dirty="0">
              <a:solidFill>
                <a:srgbClr val="FFFFFF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aphicFrame>
        <p:nvGraphicFramePr>
          <p:cNvPr id="28" name="Table 31">
            <a:extLst>
              <a:ext uri="{FF2B5EF4-FFF2-40B4-BE49-F238E27FC236}">
                <a16:creationId xmlns:a16="http://schemas.microsoft.com/office/drawing/2014/main" id="{18C8ABD0-CD5F-7030-2B08-2189BC00B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453174"/>
              </p:ext>
            </p:extLst>
          </p:nvPr>
        </p:nvGraphicFramePr>
        <p:xfrm>
          <a:off x="0" y="542630"/>
          <a:ext cx="1510882" cy="2397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2602">
                  <a:extLst>
                    <a:ext uri="{9D8B030D-6E8A-4147-A177-3AD203B41FA5}">
                      <a16:colId xmlns:a16="http://schemas.microsoft.com/office/drawing/2014/main" val="380610245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12927004"/>
                    </a:ext>
                  </a:extLst>
                </a:gridCol>
              </a:tblGrid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Project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476107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/>
                        <a:t>📁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River Basin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184159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850131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Sensor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16393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142938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chemeClr val="tx1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Team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797362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800" dirty="0">
                          <a:solidFill>
                            <a:srgbClr val="0070C0"/>
                          </a:solidFill>
                        </a:rPr>
                        <a:t>📁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User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558270"/>
                  </a:ext>
                </a:extLst>
              </a:tr>
              <a:tr h="29965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                 </a:t>
                      </a: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TH Sarabun New" panose="020B0500040200020003" pitchFamily="34" charset="-34"/>
                          <a:ea typeface="+mn-ea"/>
                          <a:cs typeface="TH Sarabun New" panose="020B0500040200020003" pitchFamily="34" charset="-34"/>
                        </a:rPr>
                        <a:t>&lt;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H Sarabun New" panose="020B0500040200020003" pitchFamily="34" charset="-34"/>
                        <a:ea typeface="+mn-ea"/>
                        <a:cs typeface="TH Sarabun New" panose="020B0500040200020003" pitchFamily="34" charset="-34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92227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4C5C6FA-1EF3-BB10-4D7E-9771DBF5D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060592"/>
              </p:ext>
            </p:extLst>
          </p:nvPr>
        </p:nvGraphicFramePr>
        <p:xfrm>
          <a:off x="0" y="-10127"/>
          <a:ext cx="914312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439">
                  <a:extLst>
                    <a:ext uri="{9D8B030D-6E8A-4147-A177-3AD203B41FA5}">
                      <a16:colId xmlns:a16="http://schemas.microsoft.com/office/drawing/2014/main" val="1483512668"/>
                    </a:ext>
                  </a:extLst>
                </a:gridCol>
                <a:gridCol w="664190">
                  <a:extLst>
                    <a:ext uri="{9D8B030D-6E8A-4147-A177-3AD203B41FA5}">
                      <a16:colId xmlns:a16="http://schemas.microsoft.com/office/drawing/2014/main" val="1218719082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387317824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4869687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17385241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1460321240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2357371973"/>
                    </a:ext>
                  </a:extLst>
                </a:gridCol>
                <a:gridCol w="534012">
                  <a:extLst>
                    <a:ext uri="{9D8B030D-6E8A-4147-A177-3AD203B41FA5}">
                      <a16:colId xmlns:a16="http://schemas.microsoft.com/office/drawing/2014/main" val="3959524988"/>
                    </a:ext>
                  </a:extLst>
                </a:gridCol>
                <a:gridCol w="725432">
                  <a:extLst>
                    <a:ext uri="{9D8B030D-6E8A-4147-A177-3AD203B41FA5}">
                      <a16:colId xmlns:a16="http://schemas.microsoft.com/office/drawing/2014/main" val="1117947526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649867979"/>
                    </a:ext>
                  </a:extLst>
                </a:gridCol>
                <a:gridCol w="629722">
                  <a:extLst>
                    <a:ext uri="{9D8B030D-6E8A-4147-A177-3AD203B41FA5}">
                      <a16:colId xmlns:a16="http://schemas.microsoft.com/office/drawing/2014/main" val="30513418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f-ZA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Home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CCTV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Statistics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Report</a:t>
                      </a:r>
                      <a:endParaRPr lang="th-TH" sz="1000" b="1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Event Log</a:t>
                      </a:r>
                      <a:endParaRPr lang="th-TH" sz="1000" dirty="0">
                        <a:solidFill>
                          <a:schemeClr val="bg1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th-TH" sz="1000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4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0070C0"/>
                          </a:solidFill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Dashboard</a:t>
                      </a:r>
                      <a:endParaRPr lang="th-TH" sz="1000" dirty="0">
                        <a:solidFill>
                          <a:srgbClr val="0070C0"/>
                        </a:solidFill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F3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User Settings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3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H Sarabun New" panose="020B0500040200020003" pitchFamily="34" charset="-34"/>
                          <a:cs typeface="TH Sarabun New" panose="020B0500040200020003" pitchFamily="34" charset="-34"/>
                        </a:rPr>
                        <a:t>Log Out</a:t>
                      </a:r>
                      <a:endParaRPr lang="th-TH" sz="1000" b="1" dirty="0">
                        <a:latin typeface="TH Sarabun New" panose="020B0500040200020003" pitchFamily="34" charset="-34"/>
                        <a:cs typeface="TH Sarabun New" panose="020B0500040200020003" pitchFamily="34" charset="-34"/>
                      </a:endParaRPr>
                    </a:p>
                  </a:txBody>
                  <a:tcPr anchor="ctr" anchorCtr="1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86751"/>
                  </a:ext>
                </a:extLst>
              </a:tr>
            </a:tbl>
          </a:graphicData>
        </a:graphic>
      </p:graphicFrame>
      <p:pic>
        <p:nvPicPr>
          <p:cNvPr id="29" name="Picture 28">
            <a:extLst>
              <a:ext uri="{FF2B5EF4-FFF2-40B4-BE49-F238E27FC236}">
                <a16:creationId xmlns:a16="http://schemas.microsoft.com/office/drawing/2014/main" id="{72C6D311-EE18-AFCB-D6B2-D854E4E378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6" y="24766"/>
            <a:ext cx="326454" cy="326454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F68E4CD5-FD47-ED42-328E-977FA123ADE6}"/>
              </a:ext>
            </a:extLst>
          </p:cNvPr>
          <p:cNvGrpSpPr/>
          <p:nvPr/>
        </p:nvGrpSpPr>
        <p:grpSpPr>
          <a:xfrm>
            <a:off x="6785290" y="87191"/>
            <a:ext cx="247030" cy="199282"/>
            <a:chOff x="7346777" y="102322"/>
            <a:chExt cx="247030" cy="199282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C617104A-A11D-BE1C-36F2-0127047AE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777" y="102322"/>
              <a:ext cx="195518" cy="195518"/>
            </a:xfrm>
            <a:prstGeom prst="rect">
              <a:avLst/>
            </a:prstGeom>
          </p:spPr>
        </p:pic>
        <p:sp>
          <p:nvSpPr>
            <p:cNvPr id="38" name="Flowchart: Connector 37">
              <a:extLst>
                <a:ext uri="{FF2B5EF4-FFF2-40B4-BE49-F238E27FC236}">
                  <a16:creationId xmlns:a16="http://schemas.microsoft.com/office/drawing/2014/main" id="{AE5BC64B-FF24-C6DF-FD99-6D6195C9ECFC}"/>
                </a:ext>
              </a:extLst>
            </p:cNvPr>
            <p:cNvSpPr/>
            <p:nvPr/>
          </p:nvSpPr>
          <p:spPr>
            <a:xfrm>
              <a:off x="7470418" y="186693"/>
              <a:ext cx="123389" cy="114911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F88ED3-EF36-B563-5071-F71F2A3FA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181715"/>
              </p:ext>
            </p:extLst>
          </p:nvPr>
        </p:nvGraphicFramePr>
        <p:xfrm>
          <a:off x="46990" y="5209979"/>
          <a:ext cx="9143127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034867">
                  <a:extLst>
                    <a:ext uri="{9D8B030D-6E8A-4147-A177-3AD203B41FA5}">
                      <a16:colId xmlns:a16="http://schemas.microsoft.com/office/drawing/2014/main" val="4005686366"/>
                    </a:ext>
                  </a:extLst>
                </a:gridCol>
                <a:gridCol w="6108260">
                  <a:extLst>
                    <a:ext uri="{9D8B030D-6E8A-4147-A177-3AD203B41FA5}">
                      <a16:colId xmlns:a16="http://schemas.microsoft.com/office/drawing/2014/main" val="986912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Permission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80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264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Supervisor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Except Dashboard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646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Except </a:t>
                      </a:r>
                      <a:r>
                        <a:rPr lang="en-US" dirty="0" err="1"/>
                        <a:t>Dashaboard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Event_Log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497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Only Home Page with Only filter River, Only station normal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206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1513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9456</TotalTime>
  <Words>2445</Words>
  <Application>Microsoft Office PowerPoint</Application>
  <PresentationFormat>On-screen Show (16:9)</PresentationFormat>
  <Paragraphs>1522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TH Sarabun New</vt:lpstr>
      <vt:lpstr>Office Theme</vt:lpstr>
      <vt:lpstr>Backend / Admin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Pin_Decode</dc:creator>
  <cp:lastModifiedBy>Авирмэд Энхбат</cp:lastModifiedBy>
  <cp:revision>1361</cp:revision>
  <dcterms:created xsi:type="dcterms:W3CDTF">2024-11-14T13:12:03Z</dcterms:created>
  <dcterms:modified xsi:type="dcterms:W3CDTF">2026-04-19T21:08:03Z</dcterms:modified>
</cp:coreProperties>
</file>