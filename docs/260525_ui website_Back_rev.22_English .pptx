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93" r:id="rId2"/>
    <p:sldId id="304" r:id="rId3"/>
    <p:sldId id="358" r:id="rId4"/>
    <p:sldId id="314" r:id="rId5"/>
    <p:sldId id="316" r:id="rId6"/>
    <p:sldId id="308" r:id="rId7"/>
    <p:sldId id="310" r:id="rId8"/>
    <p:sldId id="321" r:id="rId9"/>
    <p:sldId id="324" r:id="rId10"/>
    <p:sldId id="346" r:id="rId11"/>
    <p:sldId id="337" r:id="rId12"/>
    <p:sldId id="326" r:id="rId13"/>
    <p:sldId id="322" r:id="rId14"/>
    <p:sldId id="329" r:id="rId15"/>
    <p:sldId id="330" r:id="rId16"/>
    <p:sldId id="350" r:id="rId17"/>
    <p:sldId id="363" r:id="rId18"/>
    <p:sldId id="361" r:id="rId19"/>
    <p:sldId id="360" r:id="rId20"/>
    <p:sldId id="359" r:id="rId21"/>
    <p:sldId id="335" r:id="rId22"/>
    <p:sldId id="336" r:id="rId23"/>
    <p:sldId id="332" r:id="rId24"/>
    <p:sldId id="342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end / Admin Dashboard" id="{FAA763DC-4078-49DA-A609-EDC6F52B5C26}">
          <p14:sldIdLst>
            <p14:sldId id="293"/>
          </p14:sldIdLst>
        </p14:section>
        <p14:section name="Project" id="{FB930E8C-555C-441B-9522-5BF889B6D54C}">
          <p14:sldIdLst>
            <p14:sldId id="304"/>
            <p14:sldId id="358"/>
          </p14:sldIdLst>
        </p14:section>
        <p14:section name="River Basin" id="{B0447705-2A4C-4D2F-A8BC-67A98CCAE00F}">
          <p14:sldIdLst>
            <p14:sldId id="314"/>
            <p14:sldId id="316"/>
          </p14:sldIdLst>
        </p14:section>
        <p14:section name="Station" id="{134DD1BF-5A2C-4699-967E-10828D6BF54C}">
          <p14:sldIdLst>
            <p14:sldId id="308"/>
            <p14:sldId id="310"/>
          </p14:sldIdLst>
        </p14:section>
        <p14:section name="Sensor_sensorID" id="{19BD2BE8-F7E9-4F83-ACF8-62208D5AE908}">
          <p14:sldIdLst>
            <p14:sldId id="321"/>
            <p14:sldId id="324"/>
          </p14:sldIdLst>
        </p14:section>
        <p14:section name="Sensor_CameraID" id="{86993BF7-22FF-4677-B738-CB657C0D631A}">
          <p14:sldIdLst>
            <p14:sldId id="346"/>
            <p14:sldId id="337"/>
          </p14:sldIdLst>
        </p14:section>
        <p14:section name="Sensor_SamplingID" id="{C3C1939C-310A-4B23-A22C-E10CAD2FF024}">
          <p14:sldIdLst>
            <p14:sldId id="326"/>
            <p14:sldId id="322"/>
          </p14:sldIdLst>
        </p14:section>
        <p14:section name="Services" id="{90919ADD-B894-4C72-B21E-FBF8EBD4CEE6}">
          <p14:sldIdLst/>
        </p14:section>
        <p14:section name="Services_FTP" id="{CE965D06-0CE8-4CB9-B3A2-E81F2E4CB659}">
          <p14:sldIdLst>
            <p14:sldId id="329"/>
            <p14:sldId id="330"/>
          </p14:sldIdLst>
        </p14:section>
        <p14:section name="Services_HTTP" id="{717A7B41-8832-4EEE-B350-234272D668C5}">
          <p14:sldIdLst>
            <p14:sldId id="350"/>
            <p14:sldId id="363"/>
          </p14:sldIdLst>
        </p14:section>
        <p14:section name="Service_http logs" id="{4090A0CF-A37F-4F05-BD86-2A4D9AD56611}">
          <p14:sldIdLst>
            <p14:sldId id="361"/>
          </p14:sldIdLst>
        </p14:section>
        <p14:section name="Services_CSV logger" id="{02AE5893-B462-410B-8717-DA5A7CE4C88A}">
          <p14:sldIdLst>
            <p14:sldId id="360"/>
            <p14:sldId id="359"/>
          </p14:sldIdLst>
        </p14:section>
        <p14:section name="Team" id="{1B41E576-D0C6-49A2-8411-CE10F8C94C93}">
          <p14:sldIdLst>
            <p14:sldId id="335"/>
            <p14:sldId id="336"/>
          </p14:sldIdLst>
        </p14:section>
        <p14:section name="User" id="{1A5EB6B1-CD83-4102-B976-C95EBFF69706}">
          <p14:sldIdLst>
            <p14:sldId id="332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B3D2DD"/>
    <a:srgbClr val="E0F3FB"/>
    <a:srgbClr val="FAE3E3"/>
    <a:srgbClr val="FDF4E1"/>
    <a:srgbClr val="FFFFFF"/>
    <a:srgbClr val="2DA4D9"/>
    <a:srgbClr val="38384F"/>
    <a:srgbClr val="2196F3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64" autoAdjust="0"/>
    <p:restoredTop sz="90791" autoAdjust="0"/>
  </p:normalViewPr>
  <p:slideViewPr>
    <p:cSldViewPr snapToGrid="0">
      <p:cViewPr varScale="1">
        <p:scale>
          <a:sx n="147" d="100"/>
          <a:sy n="147" d="100"/>
        </p:scale>
        <p:origin x="10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2D210-6A5D-46B3-B384-9BCAC7B4AC91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43349-532D-4BD4-810C-9CE2216C087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241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030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376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98C6-B550-EC07-9D14-3929A163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019AC-3D6E-B4E3-F378-CA6D8EB5D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B69F3-EDC9-1F23-ABF3-E971F0ECD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60B13-46D7-637B-75F7-5F6E4454F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710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1528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A9D6-1776-0E1B-2F0D-E61FA207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0AC9C-7F92-3525-D584-0CDE1DF53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06105-28B3-E519-167D-5F7EDF0D3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F74EB-A184-BE46-B590-4D46CD92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8575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05017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DBC0-89E6-C4B8-F966-DB05734B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AD026-BD66-FE0F-B5BD-ADA6F1EE8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C89FD-2FC3-E4FF-81D3-BC74B25B9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Triangle means dropdown (control select).</a:t>
            </a:r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2E14-6F7F-3BA0-F263-E740B1288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020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69230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27F2-39A6-6F65-21AC-78DC5AEE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0AC0-9BFD-B280-EB56-EAD56CE00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BE942-C16A-9F17-E639-CED7B3E9F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Velocity =    average</a:t>
            </a:r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D6D7A-FA91-76F9-045F-06D4E3EA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7252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6395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27F2-39A6-6F65-21AC-78DC5AEE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0AC0-9BFD-B280-EB56-EAD56CE00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BE942-C16A-9F17-E639-CED7B3E9F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D6D7A-FA91-76F9-045F-06D4E3EA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0970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9279-DE0E-12B8-FAB1-11D00424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C3F77-4E59-282C-1444-E0773BE41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D5863-C69F-5E7E-6031-33EF9D7EB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BF359-8FFA-F29F-8B8F-F2B660BDF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0808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4281-9A42-1874-01B6-09CC91DA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48BF1-2917-31C2-F8B5-03E1E89C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5BEC9-7596-667E-61FC-1B1054AA2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F2B35-C412-0EB9-757E-8444D081A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73015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80921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0563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16806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00582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A0FA-DBE1-BF1B-1DDC-4C4792802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DB226-E219-C816-A1CB-5C1ED648A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443C3-D358-0604-D9D1-AAEE32BDD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A240F-1E65-1827-5FBF-DB81A0A9C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1654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0448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14701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5684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71FF-7A64-9A24-90A2-43AE56E1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010D6-F3A2-9B0D-F9A2-879CA0724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D6EEA-E921-E60D-ED36-182D3A96A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186F-CEF6-7721-BD79-CE5F33C14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61937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91060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90218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038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500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324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261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507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230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589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819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851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29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334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2F69-464D-4AA2-B308-33A721E67D87}" type="datetimeFigureOut">
              <a:rPr lang="th-TH" smtClean="0"/>
              <a:t>27/05/69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545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AFC3-B171-5ABD-6750-454C69CD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4581029"/>
          </a:xfrm>
        </p:spPr>
        <p:txBody>
          <a:bodyPr/>
          <a:lstStyle/>
          <a:p>
            <a:pPr algn="ctr"/>
            <a:r>
              <a:rPr lang="af-ZA" dirty="0"/>
              <a:t>Frontend / Admin Dashboard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8913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6">
            <a:extLst>
              <a:ext uri="{FF2B5EF4-FFF2-40B4-BE49-F238E27FC236}">
                <a16:creationId xmlns:a16="http://schemas.microsoft.com/office/drawing/2014/main" id="{55C7763B-A0A7-BC8C-D5F5-F353E777E8E6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Project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945228"/>
              </p:ext>
            </p:extLst>
          </p:nvPr>
        </p:nvGraphicFramePr>
        <p:xfrm>
          <a:off x="1628315" y="2000278"/>
          <a:ext cx="7508420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878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99272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09076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766089">
                  <a:extLst>
                    <a:ext uri="{9D8B030D-6E8A-4147-A177-3AD203B41FA5}">
                      <a16:colId xmlns:a16="http://schemas.microsoft.com/office/drawing/2014/main" val="1677784249"/>
                    </a:ext>
                  </a:extLst>
                </a:gridCol>
                <a:gridCol w="908397">
                  <a:extLst>
                    <a:ext uri="{9D8B030D-6E8A-4147-A177-3AD203B41FA5}">
                      <a16:colId xmlns:a16="http://schemas.microsoft.com/office/drawing/2014/main" val="2945707642"/>
                    </a:ext>
                  </a:extLst>
                </a:gridCol>
                <a:gridCol w="501658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D98CE356-EA99-9E2C-E12A-C1F028BF41BA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A2478B-65A4-C891-D60F-319C4C23D1C8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D5BB50-5CF9-8B85-077B-E03873B9EB47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0A13CC6-4617-48AB-B75D-E9F40890069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0EE078-5551-E519-7970-4C101BD62D98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1FC2E9-7926-864C-3469-42D0D8D2C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756933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9614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E028B9-ED24-F198-B9A0-D01B3A6D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49099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C9ACEAD-96F0-68E8-2272-936D0C997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EA712EF-D4CF-6DCE-EE9C-3F78C4FC6CE9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E4C6504-ADD8-0435-4834-1EF5B2FF8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B0E06258-51FE-DE25-0299-A43A18FA237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01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A7785-41FD-25DC-F2EE-D4F28824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1E75AA0-CFAA-AB15-3959-C569C2C155D1}"/>
              </a:ext>
            </a:extLst>
          </p:cNvPr>
          <p:cNvSpPr/>
          <p:nvPr/>
        </p:nvSpPr>
        <p:spPr>
          <a:xfrm rot="16200000">
            <a:off x="4191870" y="-1645414"/>
            <a:ext cx="2389302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0" name="Rectangle: Rounded Corners 6">
            <a:extLst>
              <a:ext uri="{FF2B5EF4-FFF2-40B4-BE49-F238E27FC236}">
                <a16:creationId xmlns:a16="http://schemas.microsoft.com/office/drawing/2014/main" id="{C4B3A48B-3E8C-D11E-1C4E-C4D910CF43F4}"/>
              </a:ext>
            </a:extLst>
          </p:cNvPr>
          <p:cNvSpPr/>
          <p:nvPr/>
        </p:nvSpPr>
        <p:spPr>
          <a:xfrm>
            <a:off x="162867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Project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99D3B8-07B4-98C9-777B-4654879DC560}"/>
              </a:ext>
            </a:extLst>
          </p:cNvPr>
          <p:cNvGrpSpPr/>
          <p:nvPr/>
        </p:nvGrpSpPr>
        <p:grpSpPr>
          <a:xfrm>
            <a:off x="1659403" y="1335472"/>
            <a:ext cx="2226041" cy="427369"/>
            <a:chOff x="53186" y="448089"/>
            <a:chExt cx="4465099" cy="42736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8867B8B-C031-D13D-FA7C-F0802368314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B57C16-5665-B80B-10B1-07DAE8CCC5F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Name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F0240C-175D-99E4-BEA0-3B02A0714EE7}"/>
              </a:ext>
            </a:extLst>
          </p:cNvPr>
          <p:cNvGrpSpPr/>
          <p:nvPr/>
        </p:nvGrpSpPr>
        <p:grpSpPr>
          <a:xfrm>
            <a:off x="1654784" y="1734677"/>
            <a:ext cx="2226041" cy="427369"/>
            <a:chOff x="53186" y="448089"/>
            <a:chExt cx="4465099" cy="42736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7ED695F-E7F5-A3FD-DEB3-478901A5310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65D143F-54BB-1432-4D0D-EA9DB13F7B2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Customer Name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4615C7-C1E7-AF76-72D6-85037DCE885C}"/>
              </a:ext>
            </a:extLst>
          </p:cNvPr>
          <p:cNvGrpSpPr/>
          <p:nvPr/>
        </p:nvGrpSpPr>
        <p:grpSpPr>
          <a:xfrm>
            <a:off x="1685384" y="908859"/>
            <a:ext cx="951266" cy="374028"/>
            <a:chOff x="1654784" y="1931142"/>
            <a:chExt cx="951266" cy="37402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7BD8A9B-B988-E8E7-CE56-1A0C60F24E5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475ECAF-CFB2-8FAD-BEDA-6279EB45AC7A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41" name="Rectangle: Rounded Corners 6">
            <a:extLst>
              <a:ext uri="{FF2B5EF4-FFF2-40B4-BE49-F238E27FC236}">
                <a16:creationId xmlns:a16="http://schemas.microsoft.com/office/drawing/2014/main" id="{A4EB2052-7F9B-4329-434E-02A9AEBC4CF2}"/>
              </a:ext>
            </a:extLst>
          </p:cNvPr>
          <p:cNvSpPr/>
          <p:nvPr/>
        </p:nvSpPr>
        <p:spPr>
          <a:xfrm rot="16200000">
            <a:off x="5137661" y="-118365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8D93847-4FA7-ADC7-A6FF-35B4837E9549}"/>
              </a:ext>
            </a:extLst>
          </p:cNvPr>
          <p:cNvSpPr/>
          <p:nvPr/>
        </p:nvSpPr>
        <p:spPr>
          <a:xfrm>
            <a:off x="8414882" y="3517471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FF0047-15AA-B764-024F-29843DA2ED97}"/>
              </a:ext>
            </a:extLst>
          </p:cNvPr>
          <p:cNvGrpSpPr/>
          <p:nvPr/>
        </p:nvGrpSpPr>
        <p:grpSpPr>
          <a:xfrm>
            <a:off x="1728827" y="3517471"/>
            <a:ext cx="1309136" cy="274276"/>
            <a:chOff x="201705" y="1222678"/>
            <a:chExt cx="1309136" cy="274276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DE210A7-22E6-5257-7404-C9D79E7CC00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EDA1A25-7F75-855C-F1C3-97E48F32B203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BF6A618-BC52-2602-18B9-7C2A382378E1}"/>
              </a:ext>
            </a:extLst>
          </p:cNvPr>
          <p:cNvGrpSpPr/>
          <p:nvPr/>
        </p:nvGrpSpPr>
        <p:grpSpPr>
          <a:xfrm>
            <a:off x="1659403" y="2156213"/>
            <a:ext cx="2226041" cy="427369"/>
            <a:chOff x="53186" y="448089"/>
            <a:chExt cx="4465099" cy="427369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D3152460-2849-F294-F5FE-AE8104169D5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0276E4-8710-FDAD-D319-DEF16B693B9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Order</a:t>
              </a:r>
            </a:p>
          </p:txBody>
        </p:sp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556EB36-684F-488A-E41A-77F0A5647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318520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9614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6AE1EAE2-7083-9857-F387-83F9E3648F0E}"/>
              </a:ext>
            </a:extLst>
          </p:cNvPr>
          <p:cNvGrpSpPr/>
          <p:nvPr/>
        </p:nvGrpSpPr>
        <p:grpSpPr>
          <a:xfrm>
            <a:off x="1657039" y="2631206"/>
            <a:ext cx="2226041" cy="427369"/>
            <a:chOff x="53186" y="448089"/>
            <a:chExt cx="4465099" cy="42736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7BD3329-B7A3-6B69-DEFA-24C26064B58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3530BC-2B80-38F8-A3E4-3A8544712B74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43162C-70D6-5D46-D82E-A05F34DCF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193074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D9EE576-B73F-621D-EF75-F41E417DE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2FB7F18-06C8-0651-E037-05BF1921A01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EB254F-94BB-CDE5-F7D5-084FB55C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321ADE1C-39E9-8479-9A5D-4CC641B0166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40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River Basin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(30)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92814"/>
              </p:ext>
            </p:extLst>
          </p:nvPr>
        </p:nvGraphicFramePr>
        <p:xfrm>
          <a:off x="1628316" y="1995047"/>
          <a:ext cx="7508422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333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55232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4514582">
                  <a:extLst>
                    <a:ext uri="{9D8B030D-6E8A-4147-A177-3AD203B41FA5}">
                      <a16:colId xmlns:a16="http://schemas.microsoft.com/office/drawing/2014/main" val="1998184098"/>
                    </a:ext>
                  </a:extLst>
                </a:gridCol>
                <a:gridCol w="107818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จันทบุรี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โขง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ปัตตานี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บางปะกง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ห้วยหลวง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ตาปี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ชีใหม่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D9DA696B-B93E-9578-B640-E4A9D3A4EE2B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F912F9-8911-1E19-9894-7E0DD62C0806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38D462-ABC3-8824-52CC-F7561E4F61F6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03B0D3-940A-6575-5F1D-F7BA87127A6E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B60F719-E831-DA48-900A-2CFC24EDED0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58E0D0-30A4-15A3-EC01-D8E93BDCE915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60712E-595B-20BD-A3BB-0F856F12E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06899"/>
              </p:ext>
            </p:extLst>
          </p:nvPr>
        </p:nvGraphicFramePr>
        <p:xfrm>
          <a:off x="0" y="542630"/>
          <a:ext cx="1583907" cy="299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D1050E-5A49-0DA7-C456-37404B95F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54464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ED2EEC8-B4B8-2A37-E64B-32B524245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39BB6FB-367E-9C70-D571-97634017A4B2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39C5746-C7DB-2942-1BDC-12038F3DE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39A1AED6-0111-0282-3971-8D08F0D602A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474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3EE74-B7AD-669B-D89E-9932B9DE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8059FB84-0149-F550-E91E-AE8800CE06A4}"/>
              </a:ext>
            </a:extLst>
          </p:cNvPr>
          <p:cNvSpPr/>
          <p:nvPr/>
        </p:nvSpPr>
        <p:spPr>
          <a:xfrm rot="16200000">
            <a:off x="5130397" y="-578464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78A9460F-9BE3-F682-9831-DC074A9AE9F6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River Basin 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5BF9C5-E962-A18B-1D12-B10115A5D4E3}"/>
              </a:ext>
            </a:extLst>
          </p:cNvPr>
          <p:cNvSpPr/>
          <p:nvPr/>
        </p:nvSpPr>
        <p:spPr>
          <a:xfrm>
            <a:off x="8407618" y="3057372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687CCEDD-8421-0C05-C301-319E2E39E457}"/>
              </a:ext>
            </a:extLst>
          </p:cNvPr>
          <p:cNvSpPr/>
          <p:nvPr/>
        </p:nvSpPr>
        <p:spPr>
          <a:xfrm rot="16200000">
            <a:off x="4459363" y="-1920529"/>
            <a:ext cx="183906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7AEF3B-A1AC-E6A4-06B3-6445C6000918}"/>
              </a:ext>
            </a:extLst>
          </p:cNvPr>
          <p:cNvGrpSpPr/>
          <p:nvPr/>
        </p:nvGrpSpPr>
        <p:grpSpPr>
          <a:xfrm>
            <a:off x="1654784" y="1672590"/>
            <a:ext cx="2226041" cy="427369"/>
            <a:chOff x="53186" y="448089"/>
            <a:chExt cx="4465099" cy="42736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F84163B-F4B2-5518-2CD2-32A05EA51D8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AC6D28-1D04-D6DE-7C3D-2EF0FCD6451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Order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119B69-EB52-18B1-290D-D13A70A1AE7A}"/>
              </a:ext>
            </a:extLst>
          </p:cNvPr>
          <p:cNvGrpSpPr/>
          <p:nvPr/>
        </p:nvGrpSpPr>
        <p:grpSpPr>
          <a:xfrm>
            <a:off x="1721563" y="3057372"/>
            <a:ext cx="1309136" cy="274276"/>
            <a:chOff x="201705" y="1222678"/>
            <a:chExt cx="1309136" cy="27427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38896DD-599F-D595-98E8-391B6DBEE5D5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5751D94-00B6-98EC-EF2C-ABE0128538FB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47CADB-DEC6-1FD2-6B92-A3E8E992CE61}"/>
              </a:ext>
            </a:extLst>
          </p:cNvPr>
          <p:cNvGrpSpPr/>
          <p:nvPr/>
        </p:nvGrpSpPr>
        <p:grpSpPr>
          <a:xfrm>
            <a:off x="1659402" y="1273385"/>
            <a:ext cx="2226042" cy="427369"/>
            <a:chOff x="53184" y="448089"/>
            <a:chExt cx="4465101" cy="4273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880AD1E-51DD-E8B7-3951-FD2BA4C709B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DAF77F-4606-3BFF-F01C-5524DFAA3510}"/>
                </a:ext>
              </a:extLst>
            </p:cNvPr>
            <p:cNvSpPr txBox="1"/>
            <p:nvPr/>
          </p:nvSpPr>
          <p:spPr>
            <a:xfrm>
              <a:off x="53184" y="448089"/>
              <a:ext cx="2418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Name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61468F-D18A-9B76-A034-4848DA75D2CD}"/>
              </a:ext>
            </a:extLst>
          </p:cNvPr>
          <p:cNvGrpSpPr/>
          <p:nvPr/>
        </p:nvGrpSpPr>
        <p:grpSpPr>
          <a:xfrm>
            <a:off x="1685384" y="908859"/>
            <a:ext cx="951266" cy="374028"/>
            <a:chOff x="1654784" y="1931142"/>
            <a:chExt cx="951266" cy="37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61DD3A-0A7D-E44F-D9EE-9082B9AEAB20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6DE53D-F540-FFB3-E861-A10C4A36154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BCADB36-1ACF-2437-EA2B-F8203B1EFAF5}"/>
              </a:ext>
            </a:extLst>
          </p:cNvPr>
          <p:cNvGrpSpPr/>
          <p:nvPr/>
        </p:nvGrpSpPr>
        <p:grpSpPr>
          <a:xfrm>
            <a:off x="1659403" y="2156213"/>
            <a:ext cx="2226041" cy="427369"/>
            <a:chOff x="53186" y="448089"/>
            <a:chExt cx="4465099" cy="42736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3AACAB4-6F11-AD96-877C-1EA6B40BCF4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86A76C-666B-6A85-BE69-57188327787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D9D6EBE-113D-3EEF-4D8F-9AB468B7C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982742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96AC9BD2-505C-CEA5-FED3-BDAA0B991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367213B5-8F4D-28E4-6E3B-D67E954A2B24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1E297C4-21A7-E591-7CC3-4C8E9174D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DC0AF278-BE3C-49B1-0BEE-1A65CBF8972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2116EB-ACFD-54CE-B9BE-F5E1A5BAC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76746"/>
              </p:ext>
            </p:extLst>
          </p:nvPr>
        </p:nvGraphicFramePr>
        <p:xfrm>
          <a:off x="0" y="542630"/>
          <a:ext cx="1583907" cy="299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32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Station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919120"/>
              </p:ext>
            </p:extLst>
          </p:nvPr>
        </p:nvGraphicFramePr>
        <p:xfrm>
          <a:off x="1624683" y="2771223"/>
          <a:ext cx="752294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9159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9121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214905">
                  <a:extLst>
                    <a:ext uri="{9D8B030D-6E8A-4147-A177-3AD203B41FA5}">
                      <a16:colId xmlns:a16="http://schemas.microsoft.com/office/drawing/2014/main" val="3416276808"/>
                    </a:ext>
                  </a:extLst>
                </a:gridCol>
                <a:gridCol w="122959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017255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13750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ชายฝั่งทะเลตะวันออก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TC.07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TC.08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4763899" y="-2225062"/>
            <a:ext cx="1229993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1229499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2391205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4043830" y="1066266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4" y="655883"/>
              <a:ext cx="19377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 Name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115439-4C28-9DD2-E30D-FB6920033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742723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ysClr val="windowText" lastClr="00000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CD79CE-388D-7B63-5A4C-6B482A03E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7572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577D7A5-79EE-17CD-B512-675DC0FF1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EAC768C-FDF5-0E03-0290-8E1B0D34F84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608906-0056-FBA6-78A3-059E1DBEA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8356605B-A77A-E7F1-D8FA-4C6648FD20E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7C60C0B-828D-2241-5D54-72E2B4237F9C}"/>
              </a:ext>
            </a:extLst>
          </p:cNvPr>
          <p:cNvGrpSpPr/>
          <p:nvPr/>
        </p:nvGrpSpPr>
        <p:grpSpPr>
          <a:xfrm>
            <a:off x="1733446" y="1079589"/>
            <a:ext cx="2151998" cy="256198"/>
            <a:chOff x="201705" y="645906"/>
            <a:chExt cx="4316580" cy="2561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528D39A-E75F-DF09-BB75-C729B5D36AC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BC6C18-653F-2A54-C2D3-2854AB49797A}"/>
                </a:ext>
              </a:extLst>
            </p:cNvPr>
            <p:cNvSpPr txBox="1"/>
            <p:nvPr/>
          </p:nvSpPr>
          <p:spPr>
            <a:xfrm>
              <a:off x="268074" y="655883"/>
              <a:ext cx="19377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name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DF29CA-3F8B-2220-9266-C2034177BB4B}"/>
              </a:ext>
            </a:extLst>
          </p:cNvPr>
          <p:cNvGrpSpPr/>
          <p:nvPr/>
        </p:nvGrpSpPr>
        <p:grpSpPr>
          <a:xfrm>
            <a:off x="6485180" y="1066266"/>
            <a:ext cx="2151998" cy="256198"/>
            <a:chOff x="201705" y="645906"/>
            <a:chExt cx="4316580" cy="25619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FAADC05-00A2-1D13-3AD5-AC33FA8C56E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406D4D-3049-1599-85D0-939CFCA9B63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703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F6CA9-5D2D-3395-FC8E-64935662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9C020444-7DB6-9210-B9FE-80A5CD419D9C}"/>
              </a:ext>
            </a:extLst>
          </p:cNvPr>
          <p:cNvSpPr/>
          <p:nvPr/>
        </p:nvSpPr>
        <p:spPr>
          <a:xfrm rot="16200000">
            <a:off x="5171229" y="26437200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2AA130C6-60EB-EE32-5536-7C2BD045939D}"/>
              </a:ext>
            </a:extLst>
          </p:cNvPr>
          <p:cNvSpPr/>
          <p:nvPr/>
        </p:nvSpPr>
        <p:spPr>
          <a:xfrm rot="16200000">
            <a:off x="3277351" y="11583529"/>
            <a:ext cx="4249227" cy="7549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9ED8A93A-23D3-921E-F4AF-97D622E6A9B6}"/>
              </a:ext>
            </a:extLst>
          </p:cNvPr>
          <p:cNvSpPr/>
          <p:nvPr/>
        </p:nvSpPr>
        <p:spPr>
          <a:xfrm rot="16200000">
            <a:off x="1291792" y="1263585"/>
            <a:ext cx="821466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614CDBE-140E-993C-5BCD-D20801919246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Station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0086DA8-53F8-D32F-333D-D1DF71795035}"/>
              </a:ext>
            </a:extLst>
          </p:cNvPr>
          <p:cNvGrpSpPr/>
          <p:nvPr/>
        </p:nvGrpSpPr>
        <p:grpSpPr>
          <a:xfrm>
            <a:off x="1673317" y="1321751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2820B69-3139-2EEF-3EA7-6479C018A07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5CCD58-4C42-1515-AB9C-5615825C690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2F54FE6-768F-334B-D37A-A9D032902D2B}"/>
              </a:ext>
            </a:extLst>
          </p:cNvPr>
          <p:cNvGrpSpPr/>
          <p:nvPr/>
        </p:nvGrpSpPr>
        <p:grpSpPr>
          <a:xfrm>
            <a:off x="4008711" y="1313449"/>
            <a:ext cx="2226041" cy="427369"/>
            <a:chOff x="53186" y="448089"/>
            <a:chExt cx="4465099" cy="42736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6688F3E-8F26-A512-E019-11A9E8A725D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EAAFDAA-42AA-FDF8-46FC-4C4CD6E61F7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</a:t>
              </a:r>
            </a:p>
          </p:txBody>
        </p:sp>
      </p:grp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0CD159EE-A46F-11C1-04C5-6662E8710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225681"/>
              </p:ext>
            </p:extLst>
          </p:nvPr>
        </p:nvGraphicFramePr>
        <p:xfrm>
          <a:off x="4087673" y="1754236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สาละวิน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95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โขงตะวันออกเฉียงเหนือ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BA3D44A5-3190-8083-DCA6-EAE5EC0206CD}"/>
              </a:ext>
            </a:extLst>
          </p:cNvPr>
          <p:cNvGrpSpPr/>
          <p:nvPr/>
        </p:nvGrpSpPr>
        <p:grpSpPr>
          <a:xfrm>
            <a:off x="1762395" y="30073036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19A9F94-DC77-907C-EFCD-62BB0C0ED3D8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0DA35CC8-942B-4D26-69CD-58E1A932616D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F6AA04F-2EE4-F76E-E0CE-181F5FA02C65}"/>
              </a:ext>
            </a:extLst>
          </p:cNvPr>
          <p:cNvGrpSpPr/>
          <p:nvPr/>
        </p:nvGrpSpPr>
        <p:grpSpPr>
          <a:xfrm>
            <a:off x="4008712" y="2792289"/>
            <a:ext cx="2226041" cy="427369"/>
            <a:chOff x="53186" y="448089"/>
            <a:chExt cx="4465099" cy="427369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8F2BC4B1-2483-1202-E746-0294F07EE9B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8CB9B14-8788-11ED-DCDE-019B5CC372F9}"/>
                </a:ext>
              </a:extLst>
            </p:cNvPr>
            <p:cNvSpPr txBox="1"/>
            <p:nvPr/>
          </p:nvSpPr>
          <p:spPr>
            <a:xfrm>
              <a:off x="53186" y="448089"/>
              <a:ext cx="22456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Install (Optional)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05BBB12-AAEC-10BC-6830-E0ACD0597E92}"/>
              </a:ext>
            </a:extLst>
          </p:cNvPr>
          <p:cNvGrpSpPr/>
          <p:nvPr/>
        </p:nvGrpSpPr>
        <p:grpSpPr>
          <a:xfrm>
            <a:off x="1664440" y="6286047"/>
            <a:ext cx="2226041" cy="427369"/>
            <a:chOff x="53186" y="448089"/>
            <a:chExt cx="4465099" cy="427369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74C35DB-EFE0-218C-EFA3-D76B50C47AA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DA2BE73-BAE9-B9F6-E6D0-3A1671C1450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Name</a:t>
              </a:r>
            </a:p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5121768-9C3A-67D8-DFF1-5E9D5467C8C1}"/>
              </a:ext>
            </a:extLst>
          </p:cNvPr>
          <p:cNvGrpSpPr/>
          <p:nvPr/>
        </p:nvGrpSpPr>
        <p:grpSpPr>
          <a:xfrm>
            <a:off x="1669358" y="6813761"/>
            <a:ext cx="2221123" cy="427369"/>
            <a:chOff x="53186" y="448089"/>
            <a:chExt cx="4455234" cy="427369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A8BFE951-2DC0-A248-9CB6-31B987B028FB}"/>
                </a:ext>
              </a:extLst>
            </p:cNvPr>
            <p:cNvSpPr/>
            <p:nvPr/>
          </p:nvSpPr>
          <p:spPr>
            <a:xfrm>
              <a:off x="201705" y="645906"/>
              <a:ext cx="4306715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81E632A-7399-ECB7-08B2-E4DBB0737284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Address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58B5C2F-4CD8-8760-0DC7-EE1CCAD6E6F4}"/>
              </a:ext>
            </a:extLst>
          </p:cNvPr>
          <p:cNvGrpSpPr/>
          <p:nvPr/>
        </p:nvGrpSpPr>
        <p:grpSpPr>
          <a:xfrm>
            <a:off x="1664440" y="7484378"/>
            <a:ext cx="2226041" cy="427369"/>
            <a:chOff x="53186" y="448089"/>
            <a:chExt cx="4465099" cy="42736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E18B5C7C-173E-C33A-BC6D-ECE6E7096DF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8D75241-92E9-8AFB-5DED-04875C87666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Latitude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18F75BB-E0AB-2C95-8F5F-7DD743CBC711}"/>
              </a:ext>
            </a:extLst>
          </p:cNvPr>
          <p:cNvGrpSpPr/>
          <p:nvPr/>
        </p:nvGrpSpPr>
        <p:grpSpPr>
          <a:xfrm>
            <a:off x="3937316" y="7473085"/>
            <a:ext cx="2226041" cy="427369"/>
            <a:chOff x="53186" y="448089"/>
            <a:chExt cx="4465099" cy="427369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3EC3157E-9560-01AD-81C1-9A1512AB468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105814C-637C-121D-A952-D63B4078AD8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Longitude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6CD311-961C-00D0-25A9-B6467A331EEC}"/>
              </a:ext>
            </a:extLst>
          </p:cNvPr>
          <p:cNvGrpSpPr/>
          <p:nvPr/>
        </p:nvGrpSpPr>
        <p:grpSpPr>
          <a:xfrm>
            <a:off x="1780155" y="14647737"/>
            <a:ext cx="2151998" cy="427369"/>
            <a:chOff x="201705" y="448089"/>
            <a:chExt cx="4316580" cy="4273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02BFFF2-7679-2454-36BC-03E1BFC9E56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50F4D4-3DAE-9488-78A1-0B8315BD6740}"/>
                </a:ext>
              </a:extLst>
            </p:cNvPr>
            <p:cNvSpPr txBox="1"/>
            <p:nvPr/>
          </p:nvSpPr>
          <p:spPr>
            <a:xfrm>
              <a:off x="600696" y="448089"/>
              <a:ext cx="27506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Velocity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ความเร็วกระแสน้ำ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3A1720-4289-347B-D7E0-3642ED16250D}"/>
              </a:ext>
            </a:extLst>
          </p:cNvPr>
          <p:cNvGrpSpPr/>
          <p:nvPr/>
        </p:nvGrpSpPr>
        <p:grpSpPr>
          <a:xfrm>
            <a:off x="1801558" y="15182697"/>
            <a:ext cx="2151998" cy="441329"/>
            <a:chOff x="201705" y="434129"/>
            <a:chExt cx="4316580" cy="44132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0F5C874-F26B-34C1-430F-7F51607283F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182341-9D73-9931-9E90-0D36D4582A0C}"/>
                </a:ext>
              </a:extLst>
            </p:cNvPr>
            <p:cNvSpPr txBox="1"/>
            <p:nvPr/>
          </p:nvSpPr>
          <p:spPr>
            <a:xfrm>
              <a:off x="542505" y="434129"/>
              <a:ext cx="2355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Direction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ทิศทางการไหล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34" name="Rectangle: Rounded Corners 6">
            <a:extLst>
              <a:ext uri="{FF2B5EF4-FFF2-40B4-BE49-F238E27FC236}">
                <a16:creationId xmlns:a16="http://schemas.microsoft.com/office/drawing/2014/main" id="{5D7F038B-C0CE-F822-CB5C-C997DE2781F2}"/>
              </a:ext>
            </a:extLst>
          </p:cNvPr>
          <p:cNvSpPr/>
          <p:nvPr/>
        </p:nvSpPr>
        <p:spPr>
          <a:xfrm rot="16200000">
            <a:off x="3468409" y="7456612"/>
            <a:ext cx="382391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1B2648-7003-B110-65FE-B5D40E176C68}"/>
              </a:ext>
            </a:extLst>
          </p:cNvPr>
          <p:cNvGrpSpPr/>
          <p:nvPr/>
        </p:nvGrpSpPr>
        <p:grpSpPr>
          <a:xfrm>
            <a:off x="1714990" y="11110913"/>
            <a:ext cx="1877152" cy="427369"/>
            <a:chOff x="53182" y="448089"/>
            <a:chExt cx="4465103" cy="42736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CA6D1E9-44B6-1591-9DF2-D0B202A2D6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321CE5-558A-F4EA-326D-AF66713E044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ZEROGATE_UP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E187758-F900-8CC2-3CC1-6DD3CEDA7AEE}"/>
              </a:ext>
            </a:extLst>
          </p:cNvPr>
          <p:cNvGrpSpPr/>
          <p:nvPr/>
        </p:nvGrpSpPr>
        <p:grpSpPr>
          <a:xfrm>
            <a:off x="1701545" y="10236506"/>
            <a:ext cx="1877150" cy="427369"/>
            <a:chOff x="53186" y="448089"/>
            <a:chExt cx="4465099" cy="427369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3163CD61-0D28-A791-AB45-6EEC1790B90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2660802-1D72-9F11-9860-10EC30511199}"/>
                </a:ext>
              </a:extLst>
            </p:cNvPr>
            <p:cNvSpPr txBox="1"/>
            <p:nvPr/>
          </p:nvSpPr>
          <p:spPr>
            <a:xfrm>
              <a:off x="53186" y="448089"/>
              <a:ext cx="40946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ระดับตลิ่งซ้าย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04C7A57-3649-A41D-850A-2D6665A85B1F}"/>
              </a:ext>
            </a:extLst>
          </p:cNvPr>
          <p:cNvGrpSpPr/>
          <p:nvPr/>
        </p:nvGrpSpPr>
        <p:grpSpPr>
          <a:xfrm>
            <a:off x="1709869" y="10626598"/>
            <a:ext cx="1567728" cy="427369"/>
            <a:chOff x="53178" y="448089"/>
            <a:chExt cx="4465107" cy="427369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2494D83A-4188-C765-2EB5-5484B941F88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D600A14-E553-3567-9B0D-2BF51489B09C}"/>
                </a:ext>
              </a:extLst>
            </p:cNvPr>
            <p:cNvSpPr txBox="1"/>
            <p:nvPr/>
          </p:nvSpPr>
          <p:spPr>
            <a:xfrm>
              <a:off x="53178" y="448089"/>
              <a:ext cx="44651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ระดับตลิ่งขวา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7BD739-7349-B7F6-9020-F22F81A5E793}"/>
              </a:ext>
            </a:extLst>
          </p:cNvPr>
          <p:cNvGrpSpPr/>
          <p:nvPr/>
        </p:nvGrpSpPr>
        <p:grpSpPr>
          <a:xfrm>
            <a:off x="1674760" y="8569455"/>
            <a:ext cx="2226041" cy="427369"/>
            <a:chOff x="53186" y="448089"/>
            <a:chExt cx="4465099" cy="427369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1F332451-A6F8-3766-53B6-4403DA4AA2F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921D60F-005D-7B54-4E21-6FA6D62FFF2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A13-51CC-A2A2-CA39-663090B4755E}"/>
              </a:ext>
            </a:extLst>
          </p:cNvPr>
          <p:cNvGrpSpPr/>
          <p:nvPr/>
        </p:nvGrpSpPr>
        <p:grpSpPr>
          <a:xfrm>
            <a:off x="5531040" y="15125932"/>
            <a:ext cx="2151998" cy="434349"/>
            <a:chOff x="201705" y="441109"/>
            <a:chExt cx="4316580" cy="434349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A9E52EC1-A704-1856-EA6B-B2F51D989F2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0E73A2-F29D-E5B6-5315-0FC67B770A35}"/>
                </a:ext>
              </a:extLst>
            </p:cNvPr>
            <p:cNvSpPr txBox="1"/>
            <p:nvPr/>
          </p:nvSpPr>
          <p:spPr>
            <a:xfrm>
              <a:off x="597254" y="441109"/>
              <a:ext cx="24144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Color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สีของน้ำ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C79BC00-EC62-E53B-D736-0456271EE2BB}"/>
              </a:ext>
            </a:extLst>
          </p:cNvPr>
          <p:cNvGrpSpPr/>
          <p:nvPr/>
        </p:nvGrpSpPr>
        <p:grpSpPr>
          <a:xfrm>
            <a:off x="1799019" y="15723472"/>
            <a:ext cx="2151998" cy="441329"/>
            <a:chOff x="203972" y="434129"/>
            <a:chExt cx="4316580" cy="441329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03EAD45B-D65B-23BE-9CFF-30C2AF3DAF42}"/>
                </a:ext>
              </a:extLst>
            </p:cNvPr>
            <p:cNvSpPr/>
            <p:nvPr/>
          </p:nvSpPr>
          <p:spPr>
            <a:xfrm>
              <a:off x="203972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41F92D5-EC53-3C94-BA63-FC7B00DF0968}"/>
                </a:ext>
              </a:extLst>
            </p:cNvPr>
            <p:cNvSpPr txBox="1"/>
            <p:nvPr/>
          </p:nvSpPr>
          <p:spPr>
            <a:xfrm>
              <a:off x="527878" y="434129"/>
              <a:ext cx="26367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Garbage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พื้นที่ตะกอน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%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2AB60B2-F8BE-BA04-7271-613A03981D34}"/>
              </a:ext>
            </a:extLst>
          </p:cNvPr>
          <p:cNvGrpSpPr/>
          <p:nvPr/>
        </p:nvGrpSpPr>
        <p:grpSpPr>
          <a:xfrm>
            <a:off x="1709869" y="12094805"/>
            <a:ext cx="1877151" cy="427369"/>
            <a:chOff x="53184" y="448089"/>
            <a:chExt cx="4465101" cy="427369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4FF3213B-5211-F357-BB9D-3B4B348223F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70FB424-D75C-AA31-2434-E47048BDEACB}"/>
                </a:ext>
              </a:extLst>
            </p:cNvPr>
            <p:cNvSpPr txBox="1"/>
            <p:nvPr/>
          </p:nvSpPr>
          <p:spPr>
            <a:xfrm>
              <a:off x="53184" y="448089"/>
              <a:ext cx="37979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ระดับน้ำเตือนภัย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72F9824-D909-C9A5-2E05-8B63B995C687}"/>
              </a:ext>
            </a:extLst>
          </p:cNvPr>
          <p:cNvGrpSpPr/>
          <p:nvPr/>
        </p:nvGrpSpPr>
        <p:grpSpPr>
          <a:xfrm>
            <a:off x="1719825" y="12551692"/>
            <a:ext cx="1643012" cy="427369"/>
            <a:chOff x="53186" y="448089"/>
            <a:chExt cx="4650978" cy="427369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E01CD2B9-E8EE-FBF9-742D-BC0BE6860F9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2D776D0-40F5-CD53-8730-B47751D4258A}"/>
                </a:ext>
              </a:extLst>
            </p:cNvPr>
            <p:cNvSpPr txBox="1"/>
            <p:nvPr/>
          </p:nvSpPr>
          <p:spPr>
            <a:xfrm>
              <a:off x="53186" y="448089"/>
              <a:ext cx="46509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44" name="Rectangle: Rounded Corners 6">
            <a:extLst>
              <a:ext uri="{FF2B5EF4-FFF2-40B4-BE49-F238E27FC236}">
                <a16:creationId xmlns:a16="http://schemas.microsoft.com/office/drawing/2014/main" id="{A5BBF1E9-9170-4677-4FFD-249D17D8CEF9}"/>
              </a:ext>
            </a:extLst>
          </p:cNvPr>
          <p:cNvSpPr/>
          <p:nvPr/>
        </p:nvSpPr>
        <p:spPr>
          <a:xfrm rot="16200000">
            <a:off x="3003956" y="23665968"/>
            <a:ext cx="485922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51" name="Group 70">
            <a:extLst>
              <a:ext uri="{FF2B5EF4-FFF2-40B4-BE49-F238E27FC236}">
                <a16:creationId xmlns:a16="http://schemas.microsoft.com/office/drawing/2014/main" id="{B91DDA34-AE79-85E8-724A-65306161D68E}"/>
              </a:ext>
            </a:extLst>
          </p:cNvPr>
          <p:cNvGrpSpPr/>
          <p:nvPr/>
        </p:nvGrpSpPr>
        <p:grpSpPr>
          <a:xfrm>
            <a:off x="1725648" y="24994197"/>
            <a:ext cx="3419879" cy="374028"/>
            <a:chOff x="1654783" y="1931142"/>
            <a:chExt cx="3419879" cy="374028"/>
          </a:xfrm>
        </p:grpSpPr>
        <p:sp>
          <p:nvSpPr>
            <p:cNvPr id="152" name="Rectangle 71">
              <a:extLst>
                <a:ext uri="{FF2B5EF4-FFF2-40B4-BE49-F238E27FC236}">
                  <a16:creationId xmlns:a16="http://schemas.microsoft.com/office/drawing/2014/main" id="{E9389276-9C06-853F-C3AC-EFDDD61FEE43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3" name="TextBox 72">
              <a:extLst>
                <a:ext uri="{FF2B5EF4-FFF2-40B4-BE49-F238E27FC236}">
                  <a16:creationId xmlns:a16="http://schemas.microsoft.com/office/drawing/2014/main" id="{69B3F340-4847-17E4-7AD2-83465E8D4C5B}"/>
                </a:ext>
              </a:extLst>
            </p:cNvPr>
            <p:cNvSpPr txBox="1"/>
            <p:nvPr/>
          </p:nvSpPr>
          <p:spPr>
            <a:xfrm>
              <a:off x="1654783" y="1931142"/>
              <a:ext cx="341987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Upload image FTP</a:t>
              </a:r>
            </a:p>
          </p:txBody>
        </p:sp>
      </p:grpSp>
      <p:grpSp>
        <p:nvGrpSpPr>
          <p:cNvPr id="209" name="Group 118">
            <a:extLst>
              <a:ext uri="{FF2B5EF4-FFF2-40B4-BE49-F238E27FC236}">
                <a16:creationId xmlns:a16="http://schemas.microsoft.com/office/drawing/2014/main" id="{97BF1FED-A2C8-8755-A8CF-EC98C6B2D0BD}"/>
              </a:ext>
            </a:extLst>
          </p:cNvPr>
          <p:cNvGrpSpPr/>
          <p:nvPr/>
        </p:nvGrpSpPr>
        <p:grpSpPr>
          <a:xfrm>
            <a:off x="5512956" y="15619136"/>
            <a:ext cx="2151998" cy="483209"/>
            <a:chOff x="201705" y="392249"/>
            <a:chExt cx="4316580" cy="483209"/>
          </a:xfrm>
        </p:grpSpPr>
        <p:sp>
          <p:nvSpPr>
            <p:cNvPr id="210" name="Rectangle: Rounded Corners 119">
              <a:extLst>
                <a:ext uri="{FF2B5EF4-FFF2-40B4-BE49-F238E27FC236}">
                  <a16:creationId xmlns:a16="http://schemas.microsoft.com/office/drawing/2014/main" id="{EE806EEC-BBE1-995F-F2CB-0394AE6FB5B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1" name="TextBox 120">
              <a:extLst>
                <a:ext uri="{FF2B5EF4-FFF2-40B4-BE49-F238E27FC236}">
                  <a16:creationId xmlns:a16="http://schemas.microsoft.com/office/drawing/2014/main" id="{C5B22179-39D2-80CA-FE62-D4CB792E7F40}"/>
                </a:ext>
              </a:extLst>
            </p:cNvPr>
            <p:cNvSpPr txBox="1"/>
            <p:nvPr/>
          </p:nvSpPr>
          <p:spPr>
            <a:xfrm>
              <a:off x="555569" y="392249"/>
              <a:ext cx="23758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ระดับน้ำฝน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(Rainfall Level)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7C78BC9-6359-0CAD-4654-2D1FB2AB23F1}"/>
              </a:ext>
            </a:extLst>
          </p:cNvPr>
          <p:cNvGrpSpPr/>
          <p:nvPr/>
        </p:nvGrpSpPr>
        <p:grpSpPr>
          <a:xfrm>
            <a:off x="1660800" y="5767592"/>
            <a:ext cx="2226041" cy="427369"/>
            <a:chOff x="53186" y="448089"/>
            <a:chExt cx="4465099" cy="427369"/>
          </a:xfrm>
        </p:grpSpPr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AD4F8A32-5A46-5874-B317-E690CEDE257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795CFAA-B1F1-CD83-08B2-CC0EC4C70093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Code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A3F6FC-51AD-21E7-4855-2A445C3B5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688847"/>
              </p:ext>
            </p:extLst>
          </p:nvPr>
        </p:nvGraphicFramePr>
        <p:xfrm>
          <a:off x="1743402" y="1777881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 (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จันทบุรี</a:t>
                      </a: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 (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ตราด</a:t>
                      </a: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52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โขงตะวันออกเฉียงเหนือ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A4A4160C-A53E-D90D-3048-C974C7FF1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13478"/>
              </p:ext>
            </p:extLst>
          </p:nvPr>
        </p:nvGraphicFramePr>
        <p:xfrm>
          <a:off x="4087673" y="3264783"/>
          <a:ext cx="2147080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เขื่อน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อ่างเก็บน้ำ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ปตร.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84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ฝาย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51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107444"/>
                  </a:ext>
                </a:extLst>
              </a:tr>
            </a:tbl>
          </a:graphicData>
        </a:graphic>
      </p:graphicFrame>
      <p:grpSp>
        <p:nvGrpSpPr>
          <p:cNvPr id="97" name="Group 96">
            <a:extLst>
              <a:ext uri="{FF2B5EF4-FFF2-40B4-BE49-F238E27FC236}">
                <a16:creationId xmlns:a16="http://schemas.microsoft.com/office/drawing/2014/main" id="{E624C668-E566-029A-5DA3-7D10571C2E03}"/>
              </a:ext>
            </a:extLst>
          </p:cNvPr>
          <p:cNvGrpSpPr/>
          <p:nvPr/>
        </p:nvGrpSpPr>
        <p:grpSpPr>
          <a:xfrm>
            <a:off x="1664440" y="2797776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E1D7C7AC-2FAF-C7C4-827B-4619C5D1E62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E27CEC9-A17B-8B8C-ECCD-8FA843558DC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Measured Value</a:t>
              </a:r>
            </a:p>
          </p:txBody>
        </p:sp>
      </p:grpSp>
      <p:graphicFrame>
        <p:nvGraphicFramePr>
          <p:cNvPr id="134" name="Table 133">
            <a:extLst>
              <a:ext uri="{FF2B5EF4-FFF2-40B4-BE49-F238E27FC236}">
                <a16:creationId xmlns:a16="http://schemas.microsoft.com/office/drawing/2014/main" id="{BBB21817-76BB-FE66-DD33-9E926B111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48217"/>
              </p:ext>
            </p:extLst>
          </p:nvPr>
        </p:nvGraphicFramePr>
        <p:xfrm>
          <a:off x="1743401" y="3256520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ระดับน้ำ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ปริมาณน้ำฝน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ระดับน้ำ และปริมาณน้ำฝน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84340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70133B2-60BD-E166-EA49-97F52085C795}"/>
              </a:ext>
            </a:extLst>
          </p:cNvPr>
          <p:cNvGrpSpPr/>
          <p:nvPr/>
        </p:nvGrpSpPr>
        <p:grpSpPr>
          <a:xfrm>
            <a:off x="4347996" y="5772489"/>
            <a:ext cx="2102250" cy="1189247"/>
            <a:chOff x="6501390" y="4148853"/>
            <a:chExt cx="2102250" cy="1189247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F70E922-AE18-457D-5E5E-F24AC667F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2311" y="4333931"/>
              <a:ext cx="1372630" cy="779813"/>
            </a:xfrm>
            <a:prstGeom prst="rect">
              <a:avLst/>
            </a:prstGeom>
          </p:spPr>
        </p:pic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B174FCF-5EAF-01CC-FF8E-8E58B1CB7494}"/>
                </a:ext>
              </a:extLst>
            </p:cNvPr>
            <p:cNvSpPr/>
            <p:nvPr/>
          </p:nvSpPr>
          <p:spPr>
            <a:xfrm>
              <a:off x="6602311" y="5177846"/>
              <a:ext cx="1159682" cy="160254"/>
            </a:xfrm>
            <a:prstGeom prst="roundRect">
              <a:avLst>
                <a:gd name="adj" fmla="val 33402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Choose File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ED0F78A-8518-E1E3-E50A-0A1CA802E2C3}"/>
                </a:ext>
              </a:extLst>
            </p:cNvPr>
            <p:cNvSpPr txBox="1"/>
            <p:nvPr/>
          </p:nvSpPr>
          <p:spPr>
            <a:xfrm>
              <a:off x="6501390" y="4148853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Picture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47FE554-4048-D77D-FB98-31005AACD802}"/>
                </a:ext>
              </a:extLst>
            </p:cNvPr>
            <p:cNvSpPr/>
            <p:nvPr/>
          </p:nvSpPr>
          <p:spPr>
            <a:xfrm>
              <a:off x="8050532" y="4940541"/>
              <a:ext cx="553108" cy="160254"/>
            </a:xfrm>
            <a:prstGeom prst="roundRect">
              <a:avLst>
                <a:gd name="adj" fmla="val 33402"/>
              </a:avLst>
            </a:prstGeom>
            <a:solidFill>
              <a:srgbClr val="FF00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Delete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B0AC32D-5B63-44D6-6183-8056B2BE4830}"/>
              </a:ext>
            </a:extLst>
          </p:cNvPr>
          <p:cNvGrpSpPr/>
          <p:nvPr/>
        </p:nvGrpSpPr>
        <p:grpSpPr>
          <a:xfrm>
            <a:off x="-679951" y="11381918"/>
            <a:ext cx="2226042" cy="427369"/>
            <a:chOff x="53184" y="448089"/>
            <a:chExt cx="4465101" cy="427369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DC9D4C55-E8DF-F930-A0CD-68C292B802B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C34CFEF-CA80-60BF-6CC1-75C667AE37D1}"/>
                </a:ext>
              </a:extLst>
            </p:cNvPr>
            <p:cNvSpPr txBox="1"/>
            <p:nvPr/>
          </p:nvSpPr>
          <p:spPr>
            <a:xfrm>
              <a:off x="53184" y="448089"/>
              <a:ext cx="41087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AreaID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036ED45-5D87-5827-4CA6-74B32AA681AA}"/>
              </a:ext>
            </a:extLst>
          </p:cNvPr>
          <p:cNvGrpSpPr/>
          <p:nvPr/>
        </p:nvGrpSpPr>
        <p:grpSpPr>
          <a:xfrm>
            <a:off x="-679951" y="10934005"/>
            <a:ext cx="2226042" cy="427369"/>
            <a:chOff x="53184" y="448089"/>
            <a:chExt cx="4465101" cy="42736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6E81E291-5AAA-7EF8-CC99-BDEEE58CDB3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C2F3401-11EA-460C-C1A8-708320DA5308}"/>
                </a:ext>
              </a:extLst>
            </p:cNvPr>
            <p:cNvSpPr txBox="1"/>
            <p:nvPr/>
          </p:nvSpPr>
          <p:spPr>
            <a:xfrm>
              <a:off x="53184" y="448089"/>
              <a:ext cx="22634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3AF390C-8AF3-DDB7-CA92-BF244FA6E5CF}"/>
              </a:ext>
            </a:extLst>
          </p:cNvPr>
          <p:cNvGrpSpPr/>
          <p:nvPr/>
        </p:nvGrpSpPr>
        <p:grpSpPr>
          <a:xfrm>
            <a:off x="-715160" y="11962754"/>
            <a:ext cx="2226042" cy="427369"/>
            <a:chOff x="4031996" y="8856952"/>
            <a:chExt cx="2226042" cy="427369"/>
          </a:xfrm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3FD5D610-B6A0-2886-A000-C2B9B750DD0C}"/>
                </a:ext>
              </a:extLst>
            </p:cNvPr>
            <p:cNvSpPr/>
            <p:nvPr/>
          </p:nvSpPr>
          <p:spPr>
            <a:xfrm>
              <a:off x="4106040" y="9054769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2E77C09-1EBE-4AFC-E764-5232FE14409A}"/>
                </a:ext>
              </a:extLst>
            </p:cNvPr>
            <p:cNvSpPr txBox="1"/>
            <p:nvPr/>
          </p:nvSpPr>
          <p:spPr>
            <a:xfrm>
              <a:off x="4031996" y="8856952"/>
              <a:ext cx="10004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BoxID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BB7A47A-ECEF-57ED-1052-104B24E90AE5}"/>
              </a:ext>
            </a:extLst>
          </p:cNvPr>
          <p:cNvSpPr txBox="1"/>
          <p:nvPr/>
        </p:nvSpPr>
        <p:spPr>
          <a:xfrm>
            <a:off x="1758594" y="13748386"/>
            <a:ext cx="4439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Sensor –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เซ็นเซอร์ (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Mapping SQL 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DataSensor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TO 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DataStation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4E4E184-970F-4E9B-50F5-68215811888C}"/>
              </a:ext>
            </a:extLst>
          </p:cNvPr>
          <p:cNvGrpSpPr/>
          <p:nvPr/>
        </p:nvGrpSpPr>
        <p:grpSpPr>
          <a:xfrm>
            <a:off x="4090418" y="14363674"/>
            <a:ext cx="1170430" cy="247630"/>
            <a:chOff x="4057600" y="5956362"/>
            <a:chExt cx="1170430" cy="247630"/>
          </a:xfrm>
        </p:grpSpPr>
        <p:sp>
          <p:nvSpPr>
            <p:cNvPr id="62" name="TextBox 107">
              <a:extLst>
                <a:ext uri="{FF2B5EF4-FFF2-40B4-BE49-F238E27FC236}">
                  <a16:creationId xmlns:a16="http://schemas.microsoft.com/office/drawing/2014/main" id="{EC3B7E03-408F-568E-90E1-E6381B54A686}"/>
                </a:ext>
              </a:extLst>
            </p:cNvPr>
            <p:cNvSpPr txBox="1"/>
            <p:nvPr/>
          </p:nvSpPr>
          <p:spPr>
            <a:xfrm>
              <a:off x="4279812" y="5956362"/>
              <a:ext cx="9299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MSL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1C2937B-40E6-74AE-AC79-E049E8C3555D}"/>
                </a:ext>
              </a:extLst>
            </p:cNvPr>
            <p:cNvSpPr/>
            <p:nvPr/>
          </p:nvSpPr>
          <p:spPr>
            <a:xfrm>
              <a:off x="4057600" y="5985406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0" name="TextBox 107">
              <a:extLst>
                <a:ext uri="{FF2B5EF4-FFF2-40B4-BE49-F238E27FC236}">
                  <a16:creationId xmlns:a16="http://schemas.microsoft.com/office/drawing/2014/main" id="{2C73FE94-3726-2FE5-5E36-5A192C2871C4}"/>
                </a:ext>
              </a:extLst>
            </p:cNvPr>
            <p:cNvSpPr txBox="1"/>
            <p:nvPr/>
          </p:nvSpPr>
          <p:spPr>
            <a:xfrm>
              <a:off x="4896183" y="5957771"/>
              <a:ext cx="33184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SL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5C3285A-DDC8-8D9D-CF76-05E28ACF4591}"/>
                </a:ext>
              </a:extLst>
            </p:cNvPr>
            <p:cNvSpPr/>
            <p:nvPr/>
          </p:nvSpPr>
          <p:spPr>
            <a:xfrm>
              <a:off x="4673971" y="5986815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70F6FC0-42BD-849F-D0DC-E6017319264C}"/>
              </a:ext>
            </a:extLst>
          </p:cNvPr>
          <p:cNvGrpSpPr/>
          <p:nvPr/>
        </p:nvGrpSpPr>
        <p:grpSpPr>
          <a:xfrm>
            <a:off x="7857978" y="14307675"/>
            <a:ext cx="1164171" cy="247630"/>
            <a:chOff x="4057600" y="5956362"/>
            <a:chExt cx="1164171" cy="247630"/>
          </a:xfrm>
        </p:grpSpPr>
        <p:sp>
          <p:nvSpPr>
            <p:cNvPr id="133" name="TextBox 107">
              <a:extLst>
                <a:ext uri="{FF2B5EF4-FFF2-40B4-BE49-F238E27FC236}">
                  <a16:creationId xmlns:a16="http://schemas.microsoft.com/office/drawing/2014/main" id="{4972E016-C9D7-EF31-5183-F3CDD7C6C03C}"/>
                </a:ext>
              </a:extLst>
            </p:cNvPr>
            <p:cNvSpPr txBox="1"/>
            <p:nvPr/>
          </p:nvSpPr>
          <p:spPr>
            <a:xfrm>
              <a:off x="4279812" y="5956362"/>
              <a:ext cx="8809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MSL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F2787CB6-28A8-C284-BECD-9DC3C39E747E}"/>
                </a:ext>
              </a:extLst>
            </p:cNvPr>
            <p:cNvSpPr/>
            <p:nvPr/>
          </p:nvSpPr>
          <p:spPr>
            <a:xfrm>
              <a:off x="4057600" y="5985406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8" name="TextBox 107">
              <a:extLst>
                <a:ext uri="{FF2B5EF4-FFF2-40B4-BE49-F238E27FC236}">
                  <a16:creationId xmlns:a16="http://schemas.microsoft.com/office/drawing/2014/main" id="{B3EEE742-D34F-F031-9BDE-4A5BCD7050B3}"/>
                </a:ext>
              </a:extLst>
            </p:cNvPr>
            <p:cNvSpPr txBox="1"/>
            <p:nvPr/>
          </p:nvSpPr>
          <p:spPr>
            <a:xfrm>
              <a:off x="4896183" y="5957771"/>
              <a:ext cx="3255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SL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3AEB57B-4127-C043-2C8D-89858796268B}"/>
                </a:ext>
              </a:extLst>
            </p:cNvPr>
            <p:cNvSpPr/>
            <p:nvPr/>
          </p:nvSpPr>
          <p:spPr>
            <a:xfrm>
              <a:off x="4673971" y="5986815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18994D9-E2B3-93F6-4EAE-2D6F6546FF21}"/>
              </a:ext>
            </a:extLst>
          </p:cNvPr>
          <p:cNvGrpSpPr/>
          <p:nvPr/>
        </p:nvGrpSpPr>
        <p:grpSpPr>
          <a:xfrm>
            <a:off x="1738118" y="14119452"/>
            <a:ext cx="2376855" cy="476137"/>
            <a:chOff x="1738544" y="9779839"/>
            <a:chExt cx="2376855" cy="47613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89AE556-50A9-33AB-3C4A-CEF9EB6E87DE}"/>
                </a:ext>
              </a:extLst>
            </p:cNvPr>
            <p:cNvSpPr/>
            <p:nvPr/>
          </p:nvSpPr>
          <p:spPr>
            <a:xfrm>
              <a:off x="1738544" y="10026424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C920F6-6331-2700-DF0C-A1985E145CC1}"/>
                </a:ext>
              </a:extLst>
            </p:cNvPr>
            <p:cNvSpPr txBox="1"/>
            <p:nvPr/>
          </p:nvSpPr>
          <p:spPr>
            <a:xfrm>
              <a:off x="1969300" y="9779839"/>
              <a:ext cx="214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 Point 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(UP)</a:t>
              </a:r>
            </a:p>
          </p:txBody>
        </p:sp>
        <p:sp>
          <p:nvSpPr>
            <p:cNvPr id="143" name="Rectangle 71">
              <a:extLst>
                <a:ext uri="{FF2B5EF4-FFF2-40B4-BE49-F238E27FC236}">
                  <a16:creationId xmlns:a16="http://schemas.microsoft.com/office/drawing/2014/main" id="{06DE921D-F3C5-B94A-1E6D-D7AAE22988F2}"/>
                </a:ext>
              </a:extLst>
            </p:cNvPr>
            <p:cNvSpPr/>
            <p:nvPr/>
          </p:nvSpPr>
          <p:spPr>
            <a:xfrm>
              <a:off x="1778096" y="9796083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D97D50A-AAD4-66A7-1BB6-AF695AAAF15E}"/>
              </a:ext>
            </a:extLst>
          </p:cNvPr>
          <p:cNvGrpSpPr/>
          <p:nvPr/>
        </p:nvGrpSpPr>
        <p:grpSpPr>
          <a:xfrm>
            <a:off x="5536487" y="14127652"/>
            <a:ext cx="2291322" cy="439016"/>
            <a:chOff x="1738544" y="10322602"/>
            <a:chExt cx="2291322" cy="439016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6BF93934-1ECC-1116-CCDC-4A99667E1CA5}"/>
                </a:ext>
              </a:extLst>
            </p:cNvPr>
            <p:cNvSpPr/>
            <p:nvPr/>
          </p:nvSpPr>
          <p:spPr>
            <a:xfrm>
              <a:off x="1738544" y="10532066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E6ECA9C-F42E-DB98-6E29-9F6287115596}"/>
                </a:ext>
              </a:extLst>
            </p:cNvPr>
            <p:cNvSpPr txBox="1"/>
            <p:nvPr/>
          </p:nvSpPr>
          <p:spPr>
            <a:xfrm>
              <a:off x="1981492" y="10334249"/>
              <a:ext cx="20483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 Point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(DOWN)</a:t>
              </a:r>
            </a:p>
          </p:txBody>
        </p:sp>
        <p:sp>
          <p:nvSpPr>
            <p:cNvPr id="146" name="Rectangle 71">
              <a:extLst>
                <a:ext uri="{FF2B5EF4-FFF2-40B4-BE49-F238E27FC236}">
                  <a16:creationId xmlns:a16="http://schemas.microsoft.com/office/drawing/2014/main" id="{BBA5AB5B-6067-ED81-9DEA-FCABABC174DC}"/>
                </a:ext>
              </a:extLst>
            </p:cNvPr>
            <p:cNvSpPr/>
            <p:nvPr/>
          </p:nvSpPr>
          <p:spPr>
            <a:xfrm>
              <a:off x="1784192" y="10322602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50D97ED-02A3-9239-22A7-6A3FDBF729D6}"/>
              </a:ext>
            </a:extLst>
          </p:cNvPr>
          <p:cNvGrpSpPr/>
          <p:nvPr/>
        </p:nvGrpSpPr>
        <p:grpSpPr>
          <a:xfrm>
            <a:off x="1659950" y="5297124"/>
            <a:ext cx="2226041" cy="427369"/>
            <a:chOff x="53186" y="448089"/>
            <a:chExt cx="4465099" cy="427369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6C58816-2F80-DFDA-BF38-EB9C4E0AD84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EA963E-88FA-9CCE-DC0D-F67DBF6E782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Region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058BD205-4EC6-9CC1-F31D-32D032F0DA92}"/>
              </a:ext>
            </a:extLst>
          </p:cNvPr>
          <p:cNvSpPr txBox="1"/>
          <p:nvPr/>
        </p:nvSpPr>
        <p:spPr>
          <a:xfrm>
            <a:off x="1730673" y="9816246"/>
            <a:ext cx="293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ข้อมูลท้องน้ำจุดที่ 1</a:t>
            </a:r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( Water Level Point 1)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B8320CF-C2F0-F9A3-7BB1-9EDF58ED58A4}"/>
              </a:ext>
            </a:extLst>
          </p:cNvPr>
          <p:cNvSpPr txBox="1"/>
          <p:nvPr/>
        </p:nvSpPr>
        <p:spPr>
          <a:xfrm>
            <a:off x="5558981" y="9850207"/>
            <a:ext cx="297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ข้อมูลท้องน้ำจุดที่ </a:t>
            </a:r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2 ( Water Level Point 2)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B96F69B-0EEB-452A-CF4E-D7D2C3C3D380}"/>
              </a:ext>
            </a:extLst>
          </p:cNvPr>
          <p:cNvGrpSpPr/>
          <p:nvPr/>
        </p:nvGrpSpPr>
        <p:grpSpPr>
          <a:xfrm>
            <a:off x="6303440" y="7489186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C2384F4-8305-7A0A-9C44-5D098DE1FDB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E031DC8-2AB5-5CAE-316A-E7849E06069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Zoom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ED9D5FC-DDEB-2192-875F-8B554B59390A}"/>
              </a:ext>
            </a:extLst>
          </p:cNvPr>
          <p:cNvGrpSpPr/>
          <p:nvPr/>
        </p:nvGrpSpPr>
        <p:grpSpPr>
          <a:xfrm>
            <a:off x="1708478" y="11617664"/>
            <a:ext cx="1877152" cy="427369"/>
            <a:chOff x="53182" y="448089"/>
            <a:chExt cx="4465103" cy="427369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ACCDDC2B-754E-0DC8-B3BE-4972A5E24C1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308B000-6E14-0706-023C-E2A698EDE38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GROUND_LEVEL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_UP -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ระดับท้องน้ำ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8931FFE-9677-709D-826F-35749AD290FA}"/>
              </a:ext>
            </a:extLst>
          </p:cNvPr>
          <p:cNvGrpSpPr/>
          <p:nvPr/>
        </p:nvGrpSpPr>
        <p:grpSpPr>
          <a:xfrm>
            <a:off x="5586274" y="11098844"/>
            <a:ext cx="1877152" cy="427369"/>
            <a:chOff x="53182" y="448089"/>
            <a:chExt cx="4465103" cy="427369"/>
          </a:xfrm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D157363F-A6C4-8632-11D4-E961CABD828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47870ED-AE08-A176-8C1E-DE1B6DDB5A6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DOWN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3285085-641C-D747-4AB6-574DC33248F2}"/>
              </a:ext>
            </a:extLst>
          </p:cNvPr>
          <p:cNvGrpSpPr/>
          <p:nvPr/>
        </p:nvGrpSpPr>
        <p:grpSpPr>
          <a:xfrm>
            <a:off x="5572829" y="10224437"/>
            <a:ext cx="1877150" cy="427369"/>
            <a:chOff x="53186" y="448089"/>
            <a:chExt cx="4465099" cy="427369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A49FEC4F-39D1-818E-AF40-F65D5797C0E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A98ADF0-D947-6D42-0331-5FE9A2D910C4}"/>
                </a:ext>
              </a:extLst>
            </p:cNvPr>
            <p:cNvSpPr txBox="1"/>
            <p:nvPr/>
          </p:nvSpPr>
          <p:spPr>
            <a:xfrm>
              <a:off x="53186" y="448089"/>
              <a:ext cx="40946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DOWN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ระดับตลิ่งซ้าย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4C76C7B-25EC-B46D-4BF6-72BD5097C223}"/>
              </a:ext>
            </a:extLst>
          </p:cNvPr>
          <p:cNvGrpSpPr/>
          <p:nvPr/>
        </p:nvGrpSpPr>
        <p:grpSpPr>
          <a:xfrm>
            <a:off x="5581153" y="10614529"/>
            <a:ext cx="1833107" cy="427369"/>
            <a:chOff x="53178" y="448089"/>
            <a:chExt cx="5220943" cy="427369"/>
          </a:xfrm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5BE1EA10-F308-A53E-C3C7-233512F8A03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D8463DB-6816-FA8B-90BD-F2C5E749CE86}"/>
                </a:ext>
              </a:extLst>
            </p:cNvPr>
            <p:cNvSpPr txBox="1"/>
            <p:nvPr/>
          </p:nvSpPr>
          <p:spPr>
            <a:xfrm>
              <a:off x="53178" y="448089"/>
              <a:ext cx="52209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ระดับตลิ่งขวา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4F17CBF-7CE8-AF32-1173-973DFC19EDBD}"/>
              </a:ext>
            </a:extLst>
          </p:cNvPr>
          <p:cNvGrpSpPr/>
          <p:nvPr/>
        </p:nvGrpSpPr>
        <p:grpSpPr>
          <a:xfrm>
            <a:off x="5581153" y="12082736"/>
            <a:ext cx="1877151" cy="427369"/>
            <a:chOff x="53184" y="448089"/>
            <a:chExt cx="4465101" cy="427369"/>
          </a:xfrm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BB5FFA08-59A7-CBB3-C483-AD1262BAAB3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ADB6A96-08C5-36F6-DD83-7039968FB333}"/>
                </a:ext>
              </a:extLst>
            </p:cNvPr>
            <p:cNvSpPr txBox="1"/>
            <p:nvPr/>
          </p:nvSpPr>
          <p:spPr>
            <a:xfrm>
              <a:off x="53184" y="448089"/>
              <a:ext cx="37979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ระดับน้ำเตือนภัย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8F6081-2923-B371-7C0B-5CBF01BB603A}"/>
              </a:ext>
            </a:extLst>
          </p:cNvPr>
          <p:cNvGrpSpPr/>
          <p:nvPr/>
        </p:nvGrpSpPr>
        <p:grpSpPr>
          <a:xfrm>
            <a:off x="5591109" y="12539623"/>
            <a:ext cx="1643012" cy="427369"/>
            <a:chOff x="53186" y="448089"/>
            <a:chExt cx="4650978" cy="427369"/>
          </a:xfrm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695E46DE-B685-3524-E936-E9382128874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B1F01D8-D1B3-5895-B771-A73B2C9CAB85}"/>
                </a:ext>
              </a:extLst>
            </p:cNvPr>
            <p:cNvSpPr txBox="1"/>
            <p:nvPr/>
          </p:nvSpPr>
          <p:spPr>
            <a:xfrm>
              <a:off x="53186" y="448089"/>
              <a:ext cx="46509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60ABF4F-B383-5187-6C90-035987C6B682}"/>
              </a:ext>
            </a:extLst>
          </p:cNvPr>
          <p:cNvGrpSpPr/>
          <p:nvPr/>
        </p:nvGrpSpPr>
        <p:grpSpPr>
          <a:xfrm>
            <a:off x="5579762" y="11605595"/>
            <a:ext cx="1877152" cy="427369"/>
            <a:chOff x="5579762" y="11605595"/>
            <a:chExt cx="1877152" cy="427369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1D843F46-AAA2-B76F-0A1D-F94B0338D0A0}"/>
                </a:ext>
              </a:extLst>
            </p:cNvPr>
            <p:cNvSpPr/>
            <p:nvPr/>
          </p:nvSpPr>
          <p:spPr>
            <a:xfrm>
              <a:off x="5642202" y="11803412"/>
              <a:ext cx="1814712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46E32E6-BE10-2736-92B5-D3F55549D23E}"/>
                </a:ext>
              </a:extLst>
            </p:cNvPr>
            <p:cNvSpPr txBox="1"/>
            <p:nvPr/>
          </p:nvSpPr>
          <p:spPr>
            <a:xfrm>
              <a:off x="5579762" y="11605595"/>
              <a:ext cx="17583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GROUND_LEVEL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_DOWN -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ระดับท้องน้ำ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6B2E7ED-B007-84B5-6D5E-7311B150D9B6}"/>
              </a:ext>
            </a:extLst>
          </p:cNvPr>
          <p:cNvGrpSpPr/>
          <p:nvPr/>
        </p:nvGrpSpPr>
        <p:grpSpPr>
          <a:xfrm>
            <a:off x="1664440" y="4714979"/>
            <a:ext cx="2226041" cy="427369"/>
            <a:chOff x="53186" y="448089"/>
            <a:chExt cx="4465099" cy="42736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AA47F4-6A85-567F-FC52-A642824BBBA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411523-F4F5-3A58-51DF-89514E677AA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DeviceID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05" name="Rectangle: Rounded Corners 6">
            <a:extLst>
              <a:ext uri="{FF2B5EF4-FFF2-40B4-BE49-F238E27FC236}">
                <a16:creationId xmlns:a16="http://schemas.microsoft.com/office/drawing/2014/main" id="{F962E10C-2631-0430-5A31-9F4C0BBC55E1}"/>
              </a:ext>
            </a:extLst>
          </p:cNvPr>
          <p:cNvSpPr/>
          <p:nvPr/>
        </p:nvSpPr>
        <p:spPr>
          <a:xfrm rot="16200000">
            <a:off x="1800068" y="17516506"/>
            <a:ext cx="728559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65" name="Group 70">
            <a:extLst>
              <a:ext uri="{FF2B5EF4-FFF2-40B4-BE49-F238E27FC236}">
                <a16:creationId xmlns:a16="http://schemas.microsoft.com/office/drawing/2014/main" id="{E7148422-A54A-3863-34CF-B7EA13DEBA88}"/>
              </a:ext>
            </a:extLst>
          </p:cNvPr>
          <p:cNvGrpSpPr/>
          <p:nvPr/>
        </p:nvGrpSpPr>
        <p:grpSpPr>
          <a:xfrm>
            <a:off x="1689575" y="17649605"/>
            <a:ext cx="951266" cy="374028"/>
            <a:chOff x="1654784" y="1931142"/>
            <a:chExt cx="951266" cy="374028"/>
          </a:xfrm>
        </p:grpSpPr>
        <p:sp>
          <p:nvSpPr>
            <p:cNvPr id="171" name="Rectangle 71">
              <a:extLst>
                <a:ext uri="{FF2B5EF4-FFF2-40B4-BE49-F238E27FC236}">
                  <a16:creationId xmlns:a16="http://schemas.microsoft.com/office/drawing/2014/main" id="{E1C610E2-BB3F-57DF-8AFB-2AF2F2F67E1D}"/>
                </a:ext>
              </a:extLst>
            </p:cNvPr>
            <p:cNvSpPr/>
            <p:nvPr/>
          </p:nvSpPr>
          <p:spPr>
            <a:xfrm>
              <a:off x="176773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2" name="TextBox 72">
              <a:extLst>
                <a:ext uri="{FF2B5EF4-FFF2-40B4-BE49-F238E27FC236}">
                  <a16:creationId xmlns:a16="http://schemas.microsoft.com/office/drawing/2014/main" id="{AE2AC818-B71B-DE95-C68A-AC5E7DBC4AF2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REST API Server</a:t>
              </a:r>
            </a:p>
          </p:txBody>
        </p:sp>
      </p:grpSp>
      <p:graphicFrame>
        <p:nvGraphicFramePr>
          <p:cNvPr id="186" name="Table 2">
            <a:extLst>
              <a:ext uri="{FF2B5EF4-FFF2-40B4-BE49-F238E27FC236}">
                <a16:creationId xmlns:a16="http://schemas.microsoft.com/office/drawing/2014/main" id="{93B6E3F8-B8F2-7DF0-8CD7-71A2D28C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74909"/>
              </p:ext>
            </p:extLst>
          </p:nvPr>
        </p:nvGraphicFramePr>
        <p:xfrm>
          <a:off x="2990359" y="23364102"/>
          <a:ext cx="4972452" cy="128341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7075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049151">
                  <a:extLst>
                    <a:ext uri="{9D8B030D-6E8A-4147-A177-3AD203B41FA5}">
                      <a16:colId xmlns:a16="http://schemas.microsoft.com/office/drawing/2014/main" val="3008044534"/>
                    </a:ext>
                  </a:extLst>
                </a:gridCol>
                <a:gridCol w="2049151">
                  <a:extLst>
                    <a:ext uri="{9D8B030D-6E8A-4147-A177-3AD203B41FA5}">
                      <a16:colId xmlns:a16="http://schemas.microsoft.com/office/drawing/2014/main" val="3184697318"/>
                    </a:ext>
                  </a:extLst>
                </a:gridCol>
                <a:gridCol w="43707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 JSON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Database 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RAIN_15M_LAST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VOLT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DayMonth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777B28B-071B-EE53-730E-3D54AF6D499F}"/>
              </a:ext>
            </a:extLst>
          </p:cNvPr>
          <p:cNvSpPr/>
          <p:nvPr/>
        </p:nvSpPr>
        <p:spPr>
          <a:xfrm>
            <a:off x="8432795" y="30059084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16" name="Table 6">
            <a:extLst>
              <a:ext uri="{FF2B5EF4-FFF2-40B4-BE49-F238E27FC236}">
                <a16:creationId xmlns:a16="http://schemas.microsoft.com/office/drawing/2014/main" id="{6BEB9151-7E54-9542-3812-12F1C9E42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833279"/>
              </p:ext>
            </p:extLst>
          </p:nvPr>
        </p:nvGraphicFramePr>
        <p:xfrm>
          <a:off x="4059666" y="25867472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17" name="Group 41">
            <a:extLst>
              <a:ext uri="{FF2B5EF4-FFF2-40B4-BE49-F238E27FC236}">
                <a16:creationId xmlns:a16="http://schemas.microsoft.com/office/drawing/2014/main" id="{3A051BA9-4BF1-6D35-D628-7AE82E2C8933}"/>
              </a:ext>
            </a:extLst>
          </p:cNvPr>
          <p:cNvGrpSpPr/>
          <p:nvPr/>
        </p:nvGrpSpPr>
        <p:grpSpPr>
          <a:xfrm>
            <a:off x="3980704" y="25429012"/>
            <a:ext cx="2226041" cy="427369"/>
            <a:chOff x="53186" y="448089"/>
            <a:chExt cx="4465099" cy="427369"/>
          </a:xfrm>
        </p:grpSpPr>
        <p:sp>
          <p:nvSpPr>
            <p:cNvPr id="218" name="Rectangle: Rounded Corners 42">
              <a:extLst>
                <a:ext uri="{FF2B5EF4-FFF2-40B4-BE49-F238E27FC236}">
                  <a16:creationId xmlns:a16="http://schemas.microsoft.com/office/drawing/2014/main" id="{44751C57-DAB6-74A0-6016-54EEEA8A7C0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9" name="TextBox 43">
              <a:extLst>
                <a:ext uri="{FF2B5EF4-FFF2-40B4-BE49-F238E27FC236}">
                  <a16:creationId xmlns:a16="http://schemas.microsoft.com/office/drawing/2014/main" id="{D9451837-5B1E-BAAD-0CEF-954AE435DD0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Connection Mode</a:t>
              </a:r>
            </a:p>
          </p:txBody>
        </p:sp>
      </p:grpSp>
      <p:grpSp>
        <p:nvGrpSpPr>
          <p:cNvPr id="220" name="Group 44">
            <a:extLst>
              <a:ext uri="{FF2B5EF4-FFF2-40B4-BE49-F238E27FC236}">
                <a16:creationId xmlns:a16="http://schemas.microsoft.com/office/drawing/2014/main" id="{7B3F9162-CDB1-6CF8-FEAA-DCA3696ECC1E}"/>
              </a:ext>
            </a:extLst>
          </p:cNvPr>
          <p:cNvGrpSpPr/>
          <p:nvPr/>
        </p:nvGrpSpPr>
        <p:grpSpPr>
          <a:xfrm>
            <a:off x="6386989" y="25424136"/>
            <a:ext cx="2226041" cy="427369"/>
            <a:chOff x="53186" y="448089"/>
            <a:chExt cx="4465099" cy="427369"/>
          </a:xfrm>
        </p:grpSpPr>
        <p:sp>
          <p:nvSpPr>
            <p:cNvPr id="221" name="Rectangle: Rounded Corners 45">
              <a:extLst>
                <a:ext uri="{FF2B5EF4-FFF2-40B4-BE49-F238E27FC236}">
                  <a16:creationId xmlns:a16="http://schemas.microsoft.com/office/drawing/2014/main" id="{0A931E79-72B1-F7AF-E196-86AD6C1B5C1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2" name="TextBox 46">
              <a:extLst>
                <a:ext uri="{FF2B5EF4-FFF2-40B4-BE49-F238E27FC236}">
                  <a16:creationId xmlns:a16="http://schemas.microsoft.com/office/drawing/2014/main" id="{1D6E29B8-D524-0186-2DF2-A342AA8EE1F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223" name="Group 47">
            <a:extLst>
              <a:ext uri="{FF2B5EF4-FFF2-40B4-BE49-F238E27FC236}">
                <a16:creationId xmlns:a16="http://schemas.microsoft.com/office/drawing/2014/main" id="{1FF7B85E-A3AD-45ED-6877-C6C117EBFCF5}"/>
              </a:ext>
            </a:extLst>
          </p:cNvPr>
          <p:cNvGrpSpPr/>
          <p:nvPr/>
        </p:nvGrpSpPr>
        <p:grpSpPr>
          <a:xfrm>
            <a:off x="3980704" y="26676934"/>
            <a:ext cx="2226041" cy="427369"/>
            <a:chOff x="53186" y="448089"/>
            <a:chExt cx="4465099" cy="427369"/>
          </a:xfrm>
        </p:grpSpPr>
        <p:sp>
          <p:nvSpPr>
            <p:cNvPr id="224" name="Rectangle: Rounded Corners 48">
              <a:extLst>
                <a:ext uri="{FF2B5EF4-FFF2-40B4-BE49-F238E27FC236}">
                  <a16:creationId xmlns:a16="http://schemas.microsoft.com/office/drawing/2014/main" id="{80F0EEE8-2228-3CED-1D19-EFBCD60727A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5" name="TextBox 49">
              <a:extLst>
                <a:ext uri="{FF2B5EF4-FFF2-40B4-BE49-F238E27FC236}">
                  <a16:creationId xmlns:a16="http://schemas.microsoft.com/office/drawing/2014/main" id="{BC680B4F-9FE0-DEB3-400C-872DCFCAC59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226" name="Group 50">
            <a:extLst>
              <a:ext uri="{FF2B5EF4-FFF2-40B4-BE49-F238E27FC236}">
                <a16:creationId xmlns:a16="http://schemas.microsoft.com/office/drawing/2014/main" id="{A73F9BE4-38BE-0E53-EBA3-2CEFBD4C8B7A}"/>
              </a:ext>
            </a:extLst>
          </p:cNvPr>
          <p:cNvGrpSpPr/>
          <p:nvPr/>
        </p:nvGrpSpPr>
        <p:grpSpPr>
          <a:xfrm>
            <a:off x="6346751" y="26718828"/>
            <a:ext cx="2226041" cy="427369"/>
            <a:chOff x="53186" y="448089"/>
            <a:chExt cx="4465099" cy="427369"/>
          </a:xfrm>
        </p:grpSpPr>
        <p:sp>
          <p:nvSpPr>
            <p:cNvPr id="227" name="Rectangle: Rounded Corners 51">
              <a:extLst>
                <a:ext uri="{FF2B5EF4-FFF2-40B4-BE49-F238E27FC236}">
                  <a16:creationId xmlns:a16="http://schemas.microsoft.com/office/drawing/2014/main" id="{53BA95DF-2994-B71B-FBD1-BC26BD94E6C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8" name="TextBox 53">
              <a:extLst>
                <a:ext uri="{FF2B5EF4-FFF2-40B4-BE49-F238E27FC236}">
                  <a16:creationId xmlns:a16="http://schemas.microsoft.com/office/drawing/2014/main" id="{2DEFE181-C0C3-1713-28A7-F29D31C372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229" name="Table 54">
            <a:extLst>
              <a:ext uri="{FF2B5EF4-FFF2-40B4-BE49-F238E27FC236}">
                <a16:creationId xmlns:a16="http://schemas.microsoft.com/office/drawing/2014/main" id="{866FF161-57AB-81C3-4837-AF85D899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77776"/>
              </p:ext>
            </p:extLst>
          </p:nvPr>
        </p:nvGraphicFramePr>
        <p:xfrm>
          <a:off x="6420794" y="27167080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230" name="Table 55">
            <a:extLst>
              <a:ext uri="{FF2B5EF4-FFF2-40B4-BE49-F238E27FC236}">
                <a16:creationId xmlns:a16="http://schemas.microsoft.com/office/drawing/2014/main" id="{9F278002-BAC6-9075-2231-22B6FCE16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27"/>
              </p:ext>
            </p:extLst>
          </p:nvPr>
        </p:nvGraphicFramePr>
        <p:xfrm>
          <a:off x="6451675" y="25867472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231" name="Table 56">
            <a:extLst>
              <a:ext uri="{FF2B5EF4-FFF2-40B4-BE49-F238E27FC236}">
                <a16:creationId xmlns:a16="http://schemas.microsoft.com/office/drawing/2014/main" id="{41ADFEF6-35CE-9DDB-7C77-0670664BB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213229"/>
              </p:ext>
            </p:extLst>
          </p:nvPr>
        </p:nvGraphicFramePr>
        <p:xfrm>
          <a:off x="4050718" y="27133533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32" name="Group 69">
            <a:extLst>
              <a:ext uri="{FF2B5EF4-FFF2-40B4-BE49-F238E27FC236}">
                <a16:creationId xmlns:a16="http://schemas.microsoft.com/office/drawing/2014/main" id="{4D072557-46DB-B884-82E5-0582C42933E8}"/>
              </a:ext>
            </a:extLst>
          </p:cNvPr>
          <p:cNvGrpSpPr/>
          <p:nvPr/>
        </p:nvGrpSpPr>
        <p:grpSpPr>
          <a:xfrm>
            <a:off x="1698603" y="25435433"/>
            <a:ext cx="2226041" cy="427369"/>
            <a:chOff x="53186" y="448089"/>
            <a:chExt cx="4465099" cy="427369"/>
          </a:xfrm>
        </p:grpSpPr>
        <p:sp>
          <p:nvSpPr>
            <p:cNvPr id="233" name="Rectangle: Rounded Corners 70">
              <a:extLst>
                <a:ext uri="{FF2B5EF4-FFF2-40B4-BE49-F238E27FC236}">
                  <a16:creationId xmlns:a16="http://schemas.microsoft.com/office/drawing/2014/main" id="{C5D48B46-132E-5928-6F9D-E70532A7C3E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4" name="TextBox 71">
              <a:extLst>
                <a:ext uri="{FF2B5EF4-FFF2-40B4-BE49-F238E27FC236}">
                  <a16:creationId xmlns:a16="http://schemas.microsoft.com/office/drawing/2014/main" id="{D4360C21-DA86-8445-D3C4-958CBCE8A52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IP Address</a:t>
              </a:r>
            </a:p>
          </p:txBody>
        </p:sp>
      </p:grpSp>
      <p:grpSp>
        <p:nvGrpSpPr>
          <p:cNvPr id="235" name="Group 72">
            <a:extLst>
              <a:ext uri="{FF2B5EF4-FFF2-40B4-BE49-F238E27FC236}">
                <a16:creationId xmlns:a16="http://schemas.microsoft.com/office/drawing/2014/main" id="{35DC4439-FB37-C254-3632-FC36106AA789}"/>
              </a:ext>
            </a:extLst>
          </p:cNvPr>
          <p:cNvGrpSpPr/>
          <p:nvPr/>
        </p:nvGrpSpPr>
        <p:grpSpPr>
          <a:xfrm>
            <a:off x="1698603" y="25856062"/>
            <a:ext cx="2226041" cy="427369"/>
            <a:chOff x="53186" y="448089"/>
            <a:chExt cx="4465099" cy="427369"/>
          </a:xfrm>
        </p:grpSpPr>
        <p:sp>
          <p:nvSpPr>
            <p:cNvPr id="236" name="Rectangle: Rounded Corners 73">
              <a:extLst>
                <a:ext uri="{FF2B5EF4-FFF2-40B4-BE49-F238E27FC236}">
                  <a16:creationId xmlns:a16="http://schemas.microsoft.com/office/drawing/2014/main" id="{A2F6F2ED-93AF-0551-7A12-DD7B26CAA0F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7" name="TextBox 74">
              <a:extLst>
                <a:ext uri="{FF2B5EF4-FFF2-40B4-BE49-F238E27FC236}">
                  <a16:creationId xmlns:a16="http://schemas.microsoft.com/office/drawing/2014/main" id="{585E0195-46F1-4999-8C0F-0169C39E62B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238" name="Group 75">
            <a:extLst>
              <a:ext uri="{FF2B5EF4-FFF2-40B4-BE49-F238E27FC236}">
                <a16:creationId xmlns:a16="http://schemas.microsoft.com/office/drawing/2014/main" id="{29553479-0FEF-D29E-7C3A-9690C918D0F4}"/>
              </a:ext>
            </a:extLst>
          </p:cNvPr>
          <p:cNvGrpSpPr/>
          <p:nvPr/>
        </p:nvGrpSpPr>
        <p:grpSpPr>
          <a:xfrm>
            <a:off x="1698603" y="26289210"/>
            <a:ext cx="2226041" cy="427369"/>
            <a:chOff x="53186" y="448089"/>
            <a:chExt cx="4465099" cy="427369"/>
          </a:xfrm>
        </p:grpSpPr>
        <p:sp>
          <p:nvSpPr>
            <p:cNvPr id="239" name="Rectangle: Rounded Corners 76">
              <a:extLst>
                <a:ext uri="{FF2B5EF4-FFF2-40B4-BE49-F238E27FC236}">
                  <a16:creationId xmlns:a16="http://schemas.microsoft.com/office/drawing/2014/main" id="{8EC19141-06C4-67CB-C62D-784B6BB3B5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0" name="TextBox 77">
              <a:extLst>
                <a:ext uri="{FF2B5EF4-FFF2-40B4-BE49-F238E27FC236}">
                  <a16:creationId xmlns:a16="http://schemas.microsoft.com/office/drawing/2014/main" id="{CD70673C-1943-D671-0231-EF0303CB1C8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241" name="Group 78">
            <a:extLst>
              <a:ext uri="{FF2B5EF4-FFF2-40B4-BE49-F238E27FC236}">
                <a16:creationId xmlns:a16="http://schemas.microsoft.com/office/drawing/2014/main" id="{BCACB30C-6444-B99A-F1F6-AFE237F82479}"/>
              </a:ext>
            </a:extLst>
          </p:cNvPr>
          <p:cNvGrpSpPr/>
          <p:nvPr/>
        </p:nvGrpSpPr>
        <p:grpSpPr>
          <a:xfrm>
            <a:off x="1698603" y="26737197"/>
            <a:ext cx="2226041" cy="427369"/>
            <a:chOff x="53186" y="448089"/>
            <a:chExt cx="4465099" cy="427369"/>
          </a:xfrm>
        </p:grpSpPr>
        <p:sp>
          <p:nvSpPr>
            <p:cNvPr id="242" name="Rectangle: Rounded Corners 79">
              <a:extLst>
                <a:ext uri="{FF2B5EF4-FFF2-40B4-BE49-F238E27FC236}">
                  <a16:creationId xmlns:a16="http://schemas.microsoft.com/office/drawing/2014/main" id="{DDC5D57F-DCFC-D733-61BD-19C9412B234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3" name="TextBox 80">
              <a:extLst>
                <a:ext uri="{FF2B5EF4-FFF2-40B4-BE49-F238E27FC236}">
                  <a16:creationId xmlns:a16="http://schemas.microsoft.com/office/drawing/2014/main" id="{9AEB1995-592E-BCE2-FB1A-0DAAA7EC40C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244" name="Group 81">
            <a:extLst>
              <a:ext uri="{FF2B5EF4-FFF2-40B4-BE49-F238E27FC236}">
                <a16:creationId xmlns:a16="http://schemas.microsoft.com/office/drawing/2014/main" id="{B51BDF44-2652-E232-A9A5-111B72A4E92B}"/>
              </a:ext>
            </a:extLst>
          </p:cNvPr>
          <p:cNvGrpSpPr/>
          <p:nvPr/>
        </p:nvGrpSpPr>
        <p:grpSpPr>
          <a:xfrm>
            <a:off x="1707975" y="27152905"/>
            <a:ext cx="2226041" cy="427369"/>
            <a:chOff x="53186" y="448089"/>
            <a:chExt cx="4465099" cy="427369"/>
          </a:xfrm>
        </p:grpSpPr>
        <p:sp>
          <p:nvSpPr>
            <p:cNvPr id="245" name="Rectangle: Rounded Corners 82">
              <a:extLst>
                <a:ext uri="{FF2B5EF4-FFF2-40B4-BE49-F238E27FC236}">
                  <a16:creationId xmlns:a16="http://schemas.microsoft.com/office/drawing/2014/main" id="{AF844CD0-6B05-98FF-525F-2E2FAB76555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6" name="TextBox 83">
              <a:extLst>
                <a:ext uri="{FF2B5EF4-FFF2-40B4-BE49-F238E27FC236}">
                  <a16:creationId xmlns:a16="http://schemas.microsoft.com/office/drawing/2014/main" id="{2164E656-80C0-1411-D872-B37337B9B61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aphicFrame>
        <p:nvGraphicFramePr>
          <p:cNvPr id="166" name="Table 165">
            <a:extLst>
              <a:ext uri="{FF2B5EF4-FFF2-40B4-BE49-F238E27FC236}">
                <a16:creationId xmlns:a16="http://schemas.microsoft.com/office/drawing/2014/main" id="{E5A19296-9552-2D4F-28CB-525CE84E8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11952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67" name="Picture 166">
            <a:extLst>
              <a:ext uri="{FF2B5EF4-FFF2-40B4-BE49-F238E27FC236}">
                <a16:creationId xmlns:a16="http://schemas.microsoft.com/office/drawing/2014/main" id="{6EDBD79F-C7B0-3D91-07B1-8252A7F7F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8EE419-AC0C-934F-88B0-E01FC622381F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250" name="Picture 249">
              <a:extLst>
                <a:ext uri="{FF2B5EF4-FFF2-40B4-BE49-F238E27FC236}">
                  <a16:creationId xmlns:a16="http://schemas.microsoft.com/office/drawing/2014/main" id="{18B83E85-7381-C885-62E7-E20D9244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51" name="Flowchart: Connector 250">
              <a:extLst>
                <a:ext uri="{FF2B5EF4-FFF2-40B4-BE49-F238E27FC236}">
                  <a16:creationId xmlns:a16="http://schemas.microsoft.com/office/drawing/2014/main" id="{21A7A06E-811E-A8F6-AA03-14B291C162A1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AD21A459-E98E-0B95-0941-5F620AC8103F}"/>
              </a:ext>
            </a:extLst>
          </p:cNvPr>
          <p:cNvSpPr/>
          <p:nvPr/>
        </p:nvSpPr>
        <p:spPr>
          <a:xfrm rot="16200000">
            <a:off x="4081154" y="29290974"/>
            <a:ext cx="263594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7" name="Rectangle 71">
            <a:extLst>
              <a:ext uri="{FF2B5EF4-FFF2-40B4-BE49-F238E27FC236}">
                <a16:creationId xmlns:a16="http://schemas.microsoft.com/office/drawing/2014/main" id="{40CA61D5-7780-A686-5441-4E0207E1E62F}"/>
              </a:ext>
            </a:extLst>
          </p:cNvPr>
          <p:cNvSpPr/>
          <p:nvPr/>
        </p:nvSpPr>
        <p:spPr>
          <a:xfrm>
            <a:off x="1775884" y="14661169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7D565DB-B203-3E61-C7EB-372408DC9612}"/>
              </a:ext>
            </a:extLst>
          </p:cNvPr>
          <p:cNvGrpSpPr/>
          <p:nvPr/>
        </p:nvGrpSpPr>
        <p:grpSpPr>
          <a:xfrm>
            <a:off x="5562180" y="14611710"/>
            <a:ext cx="2175132" cy="427876"/>
            <a:chOff x="5699614" y="14137300"/>
            <a:chExt cx="2175132" cy="427876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4D47B563-8E5B-6940-3DC6-223E1D8D436F}"/>
                </a:ext>
              </a:extLst>
            </p:cNvPr>
            <p:cNvSpPr/>
            <p:nvPr/>
          </p:nvSpPr>
          <p:spPr>
            <a:xfrm>
              <a:off x="5722748" y="14335624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8ACC515-B8C0-0313-BD34-6275422CB5F7}"/>
                </a:ext>
              </a:extLst>
            </p:cNvPr>
            <p:cNvSpPr txBox="1"/>
            <p:nvPr/>
          </p:nvSpPr>
          <p:spPr>
            <a:xfrm>
              <a:off x="5935312" y="14137807"/>
              <a:ext cx="11527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Flow Rate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อัตราการไหล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" name="Rectangle 71">
              <a:extLst>
                <a:ext uri="{FF2B5EF4-FFF2-40B4-BE49-F238E27FC236}">
                  <a16:creationId xmlns:a16="http://schemas.microsoft.com/office/drawing/2014/main" id="{C7B71387-FCF0-8D19-3BF6-CB5907F1EA13}"/>
                </a:ext>
              </a:extLst>
            </p:cNvPr>
            <p:cNvSpPr/>
            <p:nvPr/>
          </p:nvSpPr>
          <p:spPr>
            <a:xfrm>
              <a:off x="5699614" y="14137300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sp>
        <p:nvSpPr>
          <p:cNvPr id="19" name="Rectangle 71">
            <a:extLst>
              <a:ext uri="{FF2B5EF4-FFF2-40B4-BE49-F238E27FC236}">
                <a16:creationId xmlns:a16="http://schemas.microsoft.com/office/drawing/2014/main" id="{441B0566-B732-4E28-B47A-4F7DB62EDCB1}"/>
              </a:ext>
            </a:extLst>
          </p:cNvPr>
          <p:cNvSpPr/>
          <p:nvPr/>
        </p:nvSpPr>
        <p:spPr>
          <a:xfrm>
            <a:off x="1785404" y="15196118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0" name="Rectangle 71">
            <a:extLst>
              <a:ext uri="{FF2B5EF4-FFF2-40B4-BE49-F238E27FC236}">
                <a16:creationId xmlns:a16="http://schemas.microsoft.com/office/drawing/2014/main" id="{A70CB7BD-4F6E-AB51-FBB7-929E0D78C6AB}"/>
              </a:ext>
            </a:extLst>
          </p:cNvPr>
          <p:cNvSpPr/>
          <p:nvPr/>
        </p:nvSpPr>
        <p:spPr>
          <a:xfrm>
            <a:off x="1775884" y="15731067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65" name="Rectangle 71">
            <a:extLst>
              <a:ext uri="{FF2B5EF4-FFF2-40B4-BE49-F238E27FC236}">
                <a16:creationId xmlns:a16="http://schemas.microsoft.com/office/drawing/2014/main" id="{30F53D15-3F1C-2D4A-7EE7-1FCCBD86497A}"/>
              </a:ext>
            </a:extLst>
          </p:cNvPr>
          <p:cNvSpPr/>
          <p:nvPr/>
        </p:nvSpPr>
        <p:spPr>
          <a:xfrm>
            <a:off x="5538693" y="15086743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66" name="Rectangle 71">
            <a:extLst>
              <a:ext uri="{FF2B5EF4-FFF2-40B4-BE49-F238E27FC236}">
                <a16:creationId xmlns:a16="http://schemas.microsoft.com/office/drawing/2014/main" id="{F6C93657-60D3-ADE3-1C42-2A71ED95D1CC}"/>
              </a:ext>
            </a:extLst>
          </p:cNvPr>
          <p:cNvSpPr/>
          <p:nvPr/>
        </p:nvSpPr>
        <p:spPr>
          <a:xfrm>
            <a:off x="5558150" y="15625787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53C72-7460-9592-FEAE-23FDAE990328}"/>
              </a:ext>
            </a:extLst>
          </p:cNvPr>
          <p:cNvSpPr txBox="1"/>
          <p:nvPr/>
        </p:nvSpPr>
        <p:spPr>
          <a:xfrm>
            <a:off x="1752589" y="28095121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1435A7A5-E1A4-8E55-E3BC-87BC45A617D9}"/>
              </a:ext>
            </a:extLst>
          </p:cNvPr>
          <p:cNvSpPr/>
          <p:nvPr/>
        </p:nvSpPr>
        <p:spPr>
          <a:xfrm>
            <a:off x="2764709" y="28151537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3" name="Table 54">
            <a:extLst>
              <a:ext uri="{FF2B5EF4-FFF2-40B4-BE49-F238E27FC236}">
                <a16:creationId xmlns:a16="http://schemas.microsoft.com/office/drawing/2014/main" id="{6BE01BDC-3456-DDBE-A172-177541FD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53460"/>
              </p:ext>
            </p:extLst>
          </p:nvPr>
        </p:nvGraphicFramePr>
        <p:xfrm>
          <a:off x="2764709" y="28399771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C887724-A751-C068-A641-D78AD97D0A25}"/>
              </a:ext>
            </a:extLst>
          </p:cNvPr>
          <p:cNvSpPr txBox="1"/>
          <p:nvPr/>
        </p:nvSpPr>
        <p:spPr>
          <a:xfrm>
            <a:off x="1747118" y="29224274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885E52-2A6D-C4F9-FF8A-FE632DE89E83}"/>
              </a:ext>
            </a:extLst>
          </p:cNvPr>
          <p:cNvSpPr txBox="1"/>
          <p:nvPr/>
        </p:nvSpPr>
        <p:spPr>
          <a:xfrm>
            <a:off x="1756004" y="29506654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28" name="Rectangle: Rounded Corners 51">
            <a:extLst>
              <a:ext uri="{FF2B5EF4-FFF2-40B4-BE49-F238E27FC236}">
                <a16:creationId xmlns:a16="http://schemas.microsoft.com/office/drawing/2014/main" id="{59D5F1F0-C2DF-9B12-21B8-FDE9E14557B7}"/>
              </a:ext>
            </a:extLst>
          </p:cNvPr>
          <p:cNvSpPr/>
          <p:nvPr/>
        </p:nvSpPr>
        <p:spPr>
          <a:xfrm>
            <a:off x="2741833" y="29247545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6" name="Rectangle: Rounded Corners 51">
            <a:extLst>
              <a:ext uri="{FF2B5EF4-FFF2-40B4-BE49-F238E27FC236}">
                <a16:creationId xmlns:a16="http://schemas.microsoft.com/office/drawing/2014/main" id="{1C29160D-7D20-A08A-8331-208712286C26}"/>
              </a:ext>
            </a:extLst>
          </p:cNvPr>
          <p:cNvSpPr/>
          <p:nvPr/>
        </p:nvSpPr>
        <p:spPr>
          <a:xfrm>
            <a:off x="2741833" y="29541080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EE1A72AA-84E0-6424-584E-562CBD0A39A4}"/>
              </a:ext>
            </a:extLst>
          </p:cNvPr>
          <p:cNvSpPr txBox="1"/>
          <p:nvPr/>
        </p:nvSpPr>
        <p:spPr>
          <a:xfrm>
            <a:off x="9339243" y="21086615"/>
            <a:ext cx="2957861" cy="87100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{</a:t>
            </a:r>
          </a:p>
          <a:p>
            <a:r>
              <a:rPr lang="en-US" sz="1000" dirty="0"/>
              <a:t>    "ADC_AI0_RAW": "0",</a:t>
            </a:r>
          </a:p>
          <a:p>
            <a:r>
              <a:rPr lang="en-US" sz="1000" dirty="0"/>
              <a:t>    "ADC_AI0_V": "0.002",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AccRF_DAY</a:t>
            </a:r>
            <a:r>
              <a:rPr lang="en-US" sz="1000" dirty="0"/>
              <a:t>": "2.00",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AccRF_DAY_LAST</a:t>
            </a:r>
            <a:r>
              <a:rPr lang="en-US" sz="1000" dirty="0"/>
              <a:t>": "2.00",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Area_Dec</a:t>
            </a:r>
            <a:r>
              <a:rPr lang="en-US" sz="1000" dirty="0"/>
              <a:t>": "70.777",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CustomTime</a:t>
            </a:r>
            <a:r>
              <a:rPr lang="en-US" sz="1000" dirty="0"/>
              <a:t>": "1830",</a:t>
            </a:r>
          </a:p>
          <a:p>
            <a:r>
              <a:rPr lang="en-US" sz="1000" dirty="0"/>
              <a:t>    "DI0": {</a:t>
            </a:r>
          </a:p>
          <a:p>
            <a:r>
              <a:rPr lang="en-US" sz="1000" dirty="0"/>
              <a:t>        "</a:t>
            </a:r>
            <a:r>
              <a:rPr lang="en-US" sz="1000" dirty="0" err="1"/>
              <a:t>last_changed</a:t>
            </a:r>
            <a:r>
              <a:rPr lang="en-US" sz="1000" dirty="0"/>
              <a:t>": "2025-10-21T18:20:21.192884",</a:t>
            </a:r>
          </a:p>
          <a:p>
            <a:r>
              <a:rPr lang="en-US" sz="1000" dirty="0"/>
              <a:t>        "state": 1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"DI2": {</a:t>
            </a:r>
          </a:p>
          <a:p>
            <a:r>
              <a:rPr lang="en-US" sz="1000" dirty="0"/>
              <a:t>        "state": 4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"DIST": null,</a:t>
            </a:r>
          </a:p>
          <a:p>
            <a:r>
              <a:rPr lang="en-US" sz="1000" dirty="0"/>
              <a:t>    "DO0":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"DO1":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"DO2":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"DO3": {</a:t>
            </a:r>
          </a:p>
          <a:p>
            <a:r>
              <a:rPr lang="en-US" sz="1000" dirty="0"/>
              <a:t>        "state": 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DayMonth</a:t>
            </a:r>
            <a:r>
              <a:rPr lang="en-US" sz="1000" dirty="0"/>
              <a:t>": "2110",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Flow_Dec</a:t>
            </a:r>
            <a:r>
              <a:rPr lang="en-US" sz="1000" dirty="0"/>
              <a:t>": "-5.30",</a:t>
            </a:r>
          </a:p>
          <a:p>
            <a:r>
              <a:rPr lang="en-US" sz="1000" dirty="0"/>
              <a:t>    "Humidity": "56.600",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Humidity_LAST</a:t>
            </a:r>
            <a:r>
              <a:rPr lang="en-US" sz="1000" dirty="0"/>
              <a:t>": "56.500",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LatchTime</a:t>
            </a:r>
            <a:r>
              <a:rPr lang="en-US" sz="1000" dirty="0"/>
              <a:t>": "1830",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Level_ForPhoenix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"MAX": "6.750",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Phoenix_Area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Phoenix_Flowrate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Phoenix_Velocity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Power_Dec</a:t>
            </a:r>
            <a:r>
              <a:rPr lang="en-US" sz="1000" dirty="0"/>
              <a:t>": "12.852",</a:t>
            </a:r>
          </a:p>
          <a:p>
            <a:r>
              <a:rPr lang="en-US" sz="1000" dirty="0"/>
              <a:t>    "RAIN15": "2.00",</a:t>
            </a:r>
          </a:p>
          <a:p>
            <a:r>
              <a:rPr lang="en-US" sz="1000" dirty="0"/>
              <a:t>    "RAIN_15M_LAST": "0.00",</a:t>
            </a:r>
          </a:p>
          <a:p>
            <a:r>
              <a:rPr lang="en-US" sz="1000" dirty="0"/>
              <a:t>    "SDI12_Value_1":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Temp_Dec</a:t>
            </a:r>
            <a:r>
              <a:rPr lang="en-US" sz="1000" dirty="0"/>
              <a:t>": "2.43",</a:t>
            </a:r>
          </a:p>
          <a:p>
            <a:r>
              <a:rPr lang="en-US" sz="1000" dirty="0"/>
              <a:t>    "Temperature": "24.30",</a:t>
            </a:r>
          </a:p>
          <a:p>
            <a:r>
              <a:rPr lang="en-US" sz="1000" dirty="0"/>
              <a:t>    "Temperature2": "56.6",</a:t>
            </a:r>
          </a:p>
          <a:p>
            <a:r>
              <a:rPr lang="en-US" sz="1000" dirty="0"/>
              <a:t>    "VOLT": "0.000",</a:t>
            </a:r>
          </a:p>
          <a:p>
            <a:r>
              <a:rPr lang="en-US" sz="1000" dirty="0"/>
              <a:t>    "VOLT01": "0.000",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Velocity_Dec</a:t>
            </a:r>
            <a:r>
              <a:rPr lang="en-US" sz="1000" dirty="0"/>
              <a:t>": "-0.80",</a:t>
            </a:r>
          </a:p>
          <a:p>
            <a:r>
              <a:rPr lang="en-US" sz="1000" dirty="0"/>
              <a:t>    "WL_4-20mA": "-3.732",</a:t>
            </a:r>
          </a:p>
          <a:p>
            <a:r>
              <a:rPr lang="en-US" sz="1000" dirty="0"/>
              <a:t>    "WL_4-20mA_LAST": "-3.73",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WL_Dec</a:t>
            </a:r>
            <a:r>
              <a:rPr lang="en-US" sz="1000" dirty="0"/>
              <a:t>": "105.49",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WL_Raw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WaterLevel_MSL</a:t>
            </a:r>
            <a:r>
              <a:rPr lang="en-US" sz="1000" dirty="0"/>
              <a:t>": null,</a:t>
            </a:r>
          </a:p>
          <a:p>
            <a:r>
              <a:rPr lang="en-US" sz="1000" dirty="0"/>
              <a:t>    "Year": "2025",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last_updated</a:t>
            </a:r>
            <a:r>
              <a:rPr lang="en-US" sz="1000" dirty="0"/>
              <a:t>": "2025-10-21T18:30:07.592149",</a:t>
            </a:r>
          </a:p>
          <a:p>
            <a:r>
              <a:rPr lang="en-US" sz="1000" dirty="0"/>
              <a:t>    "</a:t>
            </a:r>
            <a:r>
              <a:rPr lang="en-US" sz="1000" dirty="0" err="1"/>
              <a:t>system_time</a:t>
            </a:r>
            <a:r>
              <a:rPr lang="en-US" sz="1000" dirty="0"/>
              <a:t>": "2025-10-21T18:30:07.592149"</a:t>
            </a:r>
          </a:p>
          <a:p>
            <a:r>
              <a:rPr lang="en-US" sz="1000" dirty="0"/>
              <a:t>}</a:t>
            </a:r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02EEFEE2-CFC1-FFC7-3E7B-9DADBF9C8A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89997" y="8558369"/>
            <a:ext cx="2616211" cy="2401465"/>
          </a:xfrm>
          <a:prstGeom prst="rect">
            <a:avLst/>
          </a:prstGeom>
        </p:spPr>
      </p:pic>
      <p:sp>
        <p:nvSpPr>
          <p:cNvPr id="254" name="TextBox 253">
            <a:extLst>
              <a:ext uri="{FF2B5EF4-FFF2-40B4-BE49-F238E27FC236}">
                <a16:creationId xmlns:a16="http://schemas.microsoft.com/office/drawing/2014/main" id="{0F7B3E22-BE73-F7A7-6B98-BBF73888BE0D}"/>
              </a:ext>
            </a:extLst>
          </p:cNvPr>
          <p:cNvSpPr txBox="1"/>
          <p:nvPr/>
        </p:nvSpPr>
        <p:spPr>
          <a:xfrm>
            <a:off x="1785404" y="939542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station Setting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34877CA-533D-7BB6-B9D6-3D0246083F2F}"/>
              </a:ext>
            </a:extLst>
          </p:cNvPr>
          <p:cNvSpPr txBox="1"/>
          <p:nvPr/>
        </p:nvSpPr>
        <p:spPr>
          <a:xfrm>
            <a:off x="1712677" y="1338232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Water Setting</a:t>
            </a: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F08E572-F70C-0D85-8354-1D617F30B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940813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ysClr val="windowText" lastClr="00000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56CE732B-E92E-23F1-2D83-D439538537C6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CCD2FB9-DF92-FF2D-ADE3-73E6B2A4A56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7508A8-4B43-7278-7DC5-A2FD2DD741D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station_id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C0A1EF-817C-8511-FACA-6DF1F514FCCF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2E51D00-B1B0-F74B-BD44-8A98E931FF50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7079E7BB-6BE4-FB9E-1850-86309745D370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94CD66D4-4196-4261-B8C6-A8C5D6751895}"/>
              </a:ext>
            </a:extLst>
          </p:cNvPr>
          <p:cNvGrpSpPr/>
          <p:nvPr/>
        </p:nvGrpSpPr>
        <p:grpSpPr>
          <a:xfrm>
            <a:off x="1817542" y="18246723"/>
            <a:ext cx="1144788" cy="427369"/>
            <a:chOff x="53186" y="448089"/>
            <a:chExt cx="4465099" cy="427369"/>
          </a:xfrm>
        </p:grpSpPr>
        <p:sp>
          <p:nvSpPr>
            <p:cNvPr id="260" name="Rectangle: Rounded Corners 259">
              <a:extLst>
                <a:ext uri="{FF2B5EF4-FFF2-40B4-BE49-F238E27FC236}">
                  <a16:creationId xmlns:a16="http://schemas.microsoft.com/office/drawing/2014/main" id="{D79E06AB-2C67-4AB7-BEC4-67876943EE62}"/>
                </a:ext>
              </a:extLst>
            </p:cNvPr>
            <p:cNvSpPr/>
            <p:nvPr/>
          </p:nvSpPr>
          <p:spPr>
            <a:xfrm>
              <a:off x="201706" y="645906"/>
              <a:ext cx="4316579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88208153-417A-4B37-B3B8-7C23940819EF}"/>
                </a:ext>
              </a:extLst>
            </p:cNvPr>
            <p:cNvSpPr txBox="1"/>
            <p:nvPr/>
          </p:nvSpPr>
          <p:spPr>
            <a:xfrm>
              <a:off x="53186" y="448089"/>
              <a:ext cx="32692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Protocol</a:t>
              </a:r>
            </a:p>
          </p:txBody>
        </p:sp>
      </p:grpSp>
      <p:graphicFrame>
        <p:nvGraphicFramePr>
          <p:cNvPr id="262" name="Table 261">
            <a:extLst>
              <a:ext uri="{FF2B5EF4-FFF2-40B4-BE49-F238E27FC236}">
                <a16:creationId xmlns:a16="http://schemas.microsoft.com/office/drawing/2014/main" id="{85A249A1-051D-4311-BAD3-E8D6DCE92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517223"/>
              </p:ext>
            </p:extLst>
          </p:nvPr>
        </p:nvGraphicFramePr>
        <p:xfrm>
          <a:off x="1866525" y="18725536"/>
          <a:ext cx="110514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110514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Both (HTTP &amp; HTTPS)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36067"/>
                  </a:ext>
                </a:extLst>
              </a:tr>
            </a:tbl>
          </a:graphicData>
        </a:graphic>
      </p:graphicFrame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58DD39C-9141-46F2-9CB3-F48DD9FC5418}"/>
              </a:ext>
            </a:extLst>
          </p:cNvPr>
          <p:cNvGrpSpPr/>
          <p:nvPr/>
        </p:nvGrpSpPr>
        <p:grpSpPr>
          <a:xfrm>
            <a:off x="3086566" y="18236789"/>
            <a:ext cx="1386617" cy="427369"/>
            <a:chOff x="53186" y="448089"/>
            <a:chExt cx="4465099" cy="427369"/>
          </a:xfrm>
        </p:grpSpPr>
        <p:sp>
          <p:nvSpPr>
            <p:cNvPr id="264" name="Rectangle: Rounded Corners 263">
              <a:extLst>
                <a:ext uri="{FF2B5EF4-FFF2-40B4-BE49-F238E27FC236}">
                  <a16:creationId xmlns:a16="http://schemas.microsoft.com/office/drawing/2014/main" id="{B7336E2E-9702-4294-B66B-E64870F570D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0 – 65,535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2706FE41-8DF8-489D-9F09-DADEA23F7566}"/>
                </a:ext>
              </a:extLst>
            </p:cNvPr>
            <p:cNvSpPr txBox="1"/>
            <p:nvPr/>
          </p:nvSpPr>
          <p:spPr>
            <a:xfrm>
              <a:off x="53186" y="448089"/>
              <a:ext cx="42695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 Port (Listener Port)</a:t>
              </a: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F7F2EF1A-BADF-4071-95E5-84DF7739FFFC}"/>
              </a:ext>
            </a:extLst>
          </p:cNvPr>
          <p:cNvGrpSpPr/>
          <p:nvPr/>
        </p:nvGrpSpPr>
        <p:grpSpPr>
          <a:xfrm>
            <a:off x="4634648" y="18230304"/>
            <a:ext cx="1404638" cy="427369"/>
            <a:chOff x="53186" y="448089"/>
            <a:chExt cx="4465099" cy="427369"/>
          </a:xfrm>
        </p:grpSpPr>
        <p:sp>
          <p:nvSpPr>
            <p:cNvPr id="269" name="Rectangle: Rounded Corners 268">
              <a:extLst>
                <a:ext uri="{FF2B5EF4-FFF2-40B4-BE49-F238E27FC236}">
                  <a16:creationId xmlns:a16="http://schemas.microsoft.com/office/drawing/2014/main" id="{9E761B11-BFBB-4137-BA27-8D8E69D9A21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DE9F7070-95C3-40E8-8B65-F4D457E92178}"/>
                </a:ext>
              </a:extLst>
            </p:cNvPr>
            <p:cNvSpPr txBox="1"/>
            <p:nvPr/>
          </p:nvSpPr>
          <p:spPr>
            <a:xfrm>
              <a:off x="53186" y="448089"/>
              <a:ext cx="32692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 Source</a:t>
              </a:r>
            </a:p>
          </p:txBody>
        </p:sp>
      </p:grpSp>
      <p:graphicFrame>
        <p:nvGraphicFramePr>
          <p:cNvPr id="271" name="Table 270">
            <a:extLst>
              <a:ext uri="{FF2B5EF4-FFF2-40B4-BE49-F238E27FC236}">
                <a16:creationId xmlns:a16="http://schemas.microsoft.com/office/drawing/2014/main" id="{DB74B4FF-8D8C-4142-AE88-4A19F79D2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7175"/>
              </p:ext>
            </p:extLst>
          </p:nvPr>
        </p:nvGraphicFramePr>
        <p:xfrm>
          <a:off x="4709013" y="18689592"/>
          <a:ext cx="1323788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132378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Anywhere IPv4 ( 0.0.0.0 / 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Anywhere IPv6 ( :: / 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273663"/>
                  </a:ext>
                </a:extLst>
              </a:tr>
            </a:tbl>
          </a:graphicData>
        </a:graphic>
      </p:graphicFrame>
      <p:grpSp>
        <p:nvGrpSpPr>
          <p:cNvPr id="279" name="Group 278">
            <a:extLst>
              <a:ext uri="{FF2B5EF4-FFF2-40B4-BE49-F238E27FC236}">
                <a16:creationId xmlns:a16="http://schemas.microsoft.com/office/drawing/2014/main" id="{3DADEFC0-4273-4E52-ACA9-4F4F27235F43}"/>
              </a:ext>
            </a:extLst>
          </p:cNvPr>
          <p:cNvGrpSpPr/>
          <p:nvPr/>
        </p:nvGrpSpPr>
        <p:grpSpPr>
          <a:xfrm>
            <a:off x="3132688" y="20470336"/>
            <a:ext cx="1386617" cy="427369"/>
            <a:chOff x="53186" y="448089"/>
            <a:chExt cx="4465099" cy="427369"/>
          </a:xfrm>
        </p:grpSpPr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6F17B202-8D20-49A5-8D1B-E4C8EF49890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0 – 65,535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EEB56287-A226-47B0-9598-CDF6B91A00C2}"/>
                </a:ext>
              </a:extLst>
            </p:cNvPr>
            <p:cNvSpPr txBox="1"/>
            <p:nvPr/>
          </p:nvSpPr>
          <p:spPr>
            <a:xfrm>
              <a:off x="53186" y="448089"/>
              <a:ext cx="43726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HTTPS Port (Listener Port)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58EE9F07-3EFE-48EE-A84E-93C98540C565}"/>
              </a:ext>
            </a:extLst>
          </p:cNvPr>
          <p:cNvGrpSpPr/>
          <p:nvPr/>
        </p:nvGrpSpPr>
        <p:grpSpPr>
          <a:xfrm>
            <a:off x="4665370" y="20454468"/>
            <a:ext cx="1404638" cy="427369"/>
            <a:chOff x="53186" y="448089"/>
            <a:chExt cx="4465099" cy="427369"/>
          </a:xfrm>
        </p:grpSpPr>
        <p:sp>
          <p:nvSpPr>
            <p:cNvPr id="283" name="Rectangle: Rounded Corners 282">
              <a:extLst>
                <a:ext uri="{FF2B5EF4-FFF2-40B4-BE49-F238E27FC236}">
                  <a16:creationId xmlns:a16="http://schemas.microsoft.com/office/drawing/2014/main" id="{349C6C36-4C53-4551-ACD1-492CD677A68E}"/>
                </a:ext>
              </a:extLst>
            </p:cNvPr>
            <p:cNvSpPr/>
            <p:nvPr/>
          </p:nvSpPr>
          <p:spPr>
            <a:xfrm>
              <a:off x="201704" y="645906"/>
              <a:ext cx="4316581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2D5710C7-EA58-460A-8451-A1FE90DC4BDA}"/>
                </a:ext>
              </a:extLst>
            </p:cNvPr>
            <p:cNvSpPr txBox="1"/>
            <p:nvPr/>
          </p:nvSpPr>
          <p:spPr>
            <a:xfrm>
              <a:off x="53186" y="448089"/>
              <a:ext cx="32692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HTTPS Source</a:t>
              </a:r>
            </a:p>
          </p:txBody>
        </p:sp>
      </p:grpSp>
      <p:graphicFrame>
        <p:nvGraphicFramePr>
          <p:cNvPr id="285" name="Table 284">
            <a:extLst>
              <a:ext uri="{FF2B5EF4-FFF2-40B4-BE49-F238E27FC236}">
                <a16:creationId xmlns:a16="http://schemas.microsoft.com/office/drawing/2014/main" id="{87DE01FB-79D2-4530-946D-28883FE27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753003"/>
              </p:ext>
            </p:extLst>
          </p:nvPr>
        </p:nvGraphicFramePr>
        <p:xfrm>
          <a:off x="4746220" y="20913756"/>
          <a:ext cx="1323788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132378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Anywhere IPv4 ( 0.0.0.0 / 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Anywhere IPv6 ( :: / 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273663"/>
                  </a:ext>
                </a:extLst>
              </a:tr>
            </a:tbl>
          </a:graphicData>
        </a:graphic>
      </p:graphicFrame>
      <p:grpSp>
        <p:nvGrpSpPr>
          <p:cNvPr id="286" name="Group 285">
            <a:extLst>
              <a:ext uri="{FF2B5EF4-FFF2-40B4-BE49-F238E27FC236}">
                <a16:creationId xmlns:a16="http://schemas.microsoft.com/office/drawing/2014/main" id="{ED211747-92F8-4E3B-91FD-4E6D6215FB0B}"/>
              </a:ext>
            </a:extLst>
          </p:cNvPr>
          <p:cNvGrpSpPr/>
          <p:nvPr/>
        </p:nvGrpSpPr>
        <p:grpSpPr>
          <a:xfrm>
            <a:off x="6380182" y="20422549"/>
            <a:ext cx="2413622" cy="427369"/>
            <a:chOff x="53186" y="448089"/>
            <a:chExt cx="4465099" cy="427369"/>
          </a:xfrm>
        </p:grpSpPr>
        <p:sp>
          <p:nvSpPr>
            <p:cNvPr id="287" name="Rectangle: Rounded Corners 286">
              <a:extLst>
                <a:ext uri="{FF2B5EF4-FFF2-40B4-BE49-F238E27FC236}">
                  <a16:creationId xmlns:a16="http://schemas.microsoft.com/office/drawing/2014/main" id="{F2A8B2D2-A027-4C99-A0A1-E730D52AFF4A}"/>
                </a:ext>
              </a:extLst>
            </p:cNvPr>
            <p:cNvSpPr/>
            <p:nvPr/>
          </p:nvSpPr>
          <p:spPr>
            <a:xfrm>
              <a:off x="201704" y="645906"/>
              <a:ext cx="4316581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7EE29858-70C4-4454-B34D-FDF688C02477}"/>
                </a:ext>
              </a:extLst>
            </p:cNvPr>
            <p:cNvSpPr txBox="1"/>
            <p:nvPr/>
          </p:nvSpPr>
          <p:spPr>
            <a:xfrm>
              <a:off x="53186" y="448089"/>
              <a:ext cx="32692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SSL/TLS Mode</a:t>
              </a:r>
            </a:p>
          </p:txBody>
        </p:sp>
      </p:grpSp>
      <p:graphicFrame>
        <p:nvGraphicFramePr>
          <p:cNvPr id="289" name="Table 288">
            <a:extLst>
              <a:ext uri="{FF2B5EF4-FFF2-40B4-BE49-F238E27FC236}">
                <a16:creationId xmlns:a16="http://schemas.microsoft.com/office/drawing/2014/main" id="{E29A8185-79AE-4829-AAC1-B4739AEBF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784329"/>
              </p:ext>
            </p:extLst>
          </p:nvPr>
        </p:nvGraphicFramePr>
        <p:xfrm>
          <a:off x="6461031" y="20881837"/>
          <a:ext cx="2332773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332773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One-Way SSL (Standard HTTPS – Server Authenticated)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Two-Way SSL (Mutual TLS / mTLS – Highly Secure)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273663"/>
                  </a:ext>
                </a:extLst>
              </a:tr>
            </a:tbl>
          </a:graphicData>
        </a:graphic>
      </p:graphicFrame>
      <p:grpSp>
        <p:nvGrpSpPr>
          <p:cNvPr id="290" name="Group 289">
            <a:extLst>
              <a:ext uri="{FF2B5EF4-FFF2-40B4-BE49-F238E27FC236}">
                <a16:creationId xmlns:a16="http://schemas.microsoft.com/office/drawing/2014/main" id="{A57CD925-2C1E-4FDC-8B72-A9A89A158749}"/>
              </a:ext>
            </a:extLst>
          </p:cNvPr>
          <p:cNvGrpSpPr/>
          <p:nvPr/>
        </p:nvGrpSpPr>
        <p:grpSpPr>
          <a:xfrm>
            <a:off x="4596159" y="21808262"/>
            <a:ext cx="1675935" cy="462954"/>
            <a:chOff x="1918599" y="1608291"/>
            <a:chExt cx="1712762" cy="462954"/>
          </a:xfrm>
        </p:grpSpPr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BBAD1CE0-B040-4C3D-8A56-5298E2C456D2}"/>
                </a:ext>
              </a:extLst>
            </p:cNvPr>
            <p:cNvGrpSpPr/>
            <p:nvPr/>
          </p:nvGrpSpPr>
          <p:grpSpPr>
            <a:xfrm>
              <a:off x="1989332" y="1608291"/>
              <a:ext cx="1642029" cy="439651"/>
              <a:chOff x="419972" y="435807"/>
              <a:chExt cx="2605658" cy="439651"/>
            </a:xfrm>
          </p:grpSpPr>
          <p:sp>
            <p:nvSpPr>
              <p:cNvPr id="293" name="Rectangle: Rounded Corners 292">
                <a:extLst>
                  <a:ext uri="{FF2B5EF4-FFF2-40B4-BE49-F238E27FC236}">
                    <a16:creationId xmlns:a16="http://schemas.microsoft.com/office/drawing/2014/main" id="{8C49968C-F967-47CC-BBB0-6CBD72693F98}"/>
                  </a:ext>
                </a:extLst>
              </p:cNvPr>
              <p:cNvSpPr/>
              <p:nvPr/>
            </p:nvSpPr>
            <p:spPr>
              <a:xfrm>
                <a:off x="551086" y="645906"/>
                <a:ext cx="2107754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endPara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248075A3-EBB4-4F35-B8F7-DF724B2E99BE}"/>
                  </a:ext>
                </a:extLst>
              </p:cNvPr>
              <p:cNvSpPr txBox="1"/>
              <p:nvPr/>
            </p:nvSpPr>
            <p:spPr>
              <a:xfrm>
                <a:off x="419972" y="435807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SSL Certification File ( .</a:t>
                </a:r>
                <a:r>
                  <a:rPr lang="en-US" sz="1000" dirty="0" err="1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crt</a:t>
                </a:r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/ .</a:t>
                </a:r>
                <a:r>
                  <a:rPr lang="en-US" sz="1000" dirty="0" err="1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pem</a:t>
                </a:r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)</a:t>
                </a:r>
              </a:p>
            </p:txBody>
          </p:sp>
        </p:grpSp>
        <p:sp>
          <p:nvSpPr>
            <p:cNvPr id="292" name="TextBox 72">
              <a:extLst>
                <a:ext uri="{FF2B5EF4-FFF2-40B4-BE49-F238E27FC236}">
                  <a16:creationId xmlns:a16="http://schemas.microsoft.com/office/drawing/2014/main" id="{7604BC6B-A593-4FAA-8F65-9B65A61F7045}"/>
                </a:ext>
              </a:extLst>
            </p:cNvPr>
            <p:cNvSpPr txBox="1"/>
            <p:nvPr/>
          </p:nvSpPr>
          <p:spPr>
            <a:xfrm>
              <a:off x="1918599" y="1825024"/>
              <a:ext cx="15062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[ Browse ]</a:t>
              </a: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35B0500E-39B5-41E3-BF56-6C7CEBE43774}"/>
              </a:ext>
            </a:extLst>
          </p:cNvPr>
          <p:cNvGrpSpPr/>
          <p:nvPr/>
        </p:nvGrpSpPr>
        <p:grpSpPr>
          <a:xfrm>
            <a:off x="6352943" y="21784959"/>
            <a:ext cx="1675935" cy="462954"/>
            <a:chOff x="1918599" y="1608291"/>
            <a:chExt cx="1712762" cy="462954"/>
          </a:xfrm>
        </p:grpSpPr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48ABA48C-89E9-412B-8034-0F05168F3932}"/>
                </a:ext>
              </a:extLst>
            </p:cNvPr>
            <p:cNvGrpSpPr/>
            <p:nvPr/>
          </p:nvGrpSpPr>
          <p:grpSpPr>
            <a:xfrm>
              <a:off x="1989332" y="1608291"/>
              <a:ext cx="1642029" cy="439651"/>
              <a:chOff x="419972" y="435807"/>
              <a:chExt cx="2605658" cy="439651"/>
            </a:xfrm>
          </p:grpSpPr>
          <p:sp>
            <p:nvSpPr>
              <p:cNvPr id="298" name="Rectangle: Rounded Corners 297">
                <a:extLst>
                  <a:ext uri="{FF2B5EF4-FFF2-40B4-BE49-F238E27FC236}">
                    <a16:creationId xmlns:a16="http://schemas.microsoft.com/office/drawing/2014/main" id="{024E796B-4C39-4217-8E3D-A87842B088D5}"/>
                  </a:ext>
                </a:extLst>
              </p:cNvPr>
              <p:cNvSpPr/>
              <p:nvPr/>
            </p:nvSpPr>
            <p:spPr>
              <a:xfrm>
                <a:off x="551086" y="645906"/>
                <a:ext cx="2107754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endPara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9AF98B85-3B5A-4B16-8DEE-886919B603C7}"/>
                  </a:ext>
                </a:extLst>
              </p:cNvPr>
              <p:cNvSpPr txBox="1"/>
              <p:nvPr/>
            </p:nvSpPr>
            <p:spPr>
              <a:xfrm>
                <a:off x="419972" y="435807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SSL Private Key File ( .key )</a:t>
                </a:r>
              </a:p>
            </p:txBody>
          </p:sp>
        </p:grpSp>
        <p:sp>
          <p:nvSpPr>
            <p:cNvPr id="297" name="TextBox 72">
              <a:extLst>
                <a:ext uri="{FF2B5EF4-FFF2-40B4-BE49-F238E27FC236}">
                  <a16:creationId xmlns:a16="http://schemas.microsoft.com/office/drawing/2014/main" id="{EB39C0C0-9E21-488E-8F06-26F2205DEF3E}"/>
                </a:ext>
              </a:extLst>
            </p:cNvPr>
            <p:cNvSpPr txBox="1"/>
            <p:nvPr/>
          </p:nvSpPr>
          <p:spPr>
            <a:xfrm>
              <a:off x="1918599" y="1825024"/>
              <a:ext cx="15062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[ Browse ]</a:t>
              </a: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4FA32423-734E-4EBF-8D55-13C3AD60DA79}"/>
              </a:ext>
            </a:extLst>
          </p:cNvPr>
          <p:cNvGrpSpPr/>
          <p:nvPr/>
        </p:nvGrpSpPr>
        <p:grpSpPr>
          <a:xfrm>
            <a:off x="6404255" y="22348767"/>
            <a:ext cx="1675935" cy="462954"/>
            <a:chOff x="1918599" y="1608291"/>
            <a:chExt cx="1712762" cy="462954"/>
          </a:xfrm>
        </p:grpSpPr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6CCC8809-1517-4E5E-A646-9B1C2D2507E3}"/>
                </a:ext>
              </a:extLst>
            </p:cNvPr>
            <p:cNvGrpSpPr/>
            <p:nvPr/>
          </p:nvGrpSpPr>
          <p:grpSpPr>
            <a:xfrm>
              <a:off x="1989332" y="1608291"/>
              <a:ext cx="1642029" cy="439651"/>
              <a:chOff x="419972" y="435807"/>
              <a:chExt cx="2605658" cy="439651"/>
            </a:xfrm>
          </p:grpSpPr>
          <p:sp>
            <p:nvSpPr>
              <p:cNvPr id="303" name="Rectangle: Rounded Corners 302">
                <a:extLst>
                  <a:ext uri="{FF2B5EF4-FFF2-40B4-BE49-F238E27FC236}">
                    <a16:creationId xmlns:a16="http://schemas.microsoft.com/office/drawing/2014/main" id="{8B6A3882-2074-40F3-A70E-B17479584893}"/>
                  </a:ext>
                </a:extLst>
              </p:cNvPr>
              <p:cNvSpPr/>
              <p:nvPr/>
            </p:nvSpPr>
            <p:spPr>
              <a:xfrm>
                <a:off x="551086" y="645906"/>
                <a:ext cx="2107754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endPara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F9140929-4476-4B35-99BC-F610AAA9AEB7}"/>
                  </a:ext>
                </a:extLst>
              </p:cNvPr>
              <p:cNvSpPr txBox="1"/>
              <p:nvPr/>
            </p:nvSpPr>
            <p:spPr>
              <a:xfrm>
                <a:off x="419972" y="435807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CA Client Root Certificate</a:t>
                </a:r>
              </a:p>
            </p:txBody>
          </p:sp>
        </p:grpSp>
        <p:sp>
          <p:nvSpPr>
            <p:cNvPr id="302" name="TextBox 72">
              <a:extLst>
                <a:ext uri="{FF2B5EF4-FFF2-40B4-BE49-F238E27FC236}">
                  <a16:creationId xmlns:a16="http://schemas.microsoft.com/office/drawing/2014/main" id="{5E2A367B-7A5B-4DCE-BE29-4B314F1E4C54}"/>
                </a:ext>
              </a:extLst>
            </p:cNvPr>
            <p:cNvSpPr txBox="1"/>
            <p:nvPr/>
          </p:nvSpPr>
          <p:spPr>
            <a:xfrm>
              <a:off x="1918599" y="1825024"/>
              <a:ext cx="15062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[ Browse ]</a:t>
              </a:r>
            </a:p>
          </p:txBody>
        </p:sp>
      </p:grpSp>
      <p:sp>
        <p:nvSpPr>
          <p:cNvPr id="305" name="TextBox 72">
            <a:extLst>
              <a:ext uri="{FF2B5EF4-FFF2-40B4-BE49-F238E27FC236}">
                <a16:creationId xmlns:a16="http://schemas.microsoft.com/office/drawing/2014/main" id="{F6B507D8-4289-41F6-8277-CA42E77F6D21}"/>
              </a:ext>
            </a:extLst>
          </p:cNvPr>
          <p:cNvSpPr txBox="1"/>
          <p:nvPr/>
        </p:nvSpPr>
        <p:spPr>
          <a:xfrm>
            <a:off x="6452117" y="22747192"/>
            <a:ext cx="1528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 *Required only for Two-Way mTLS Mode )</a:t>
            </a:r>
          </a:p>
        </p:txBody>
      </p:sp>
      <p:grpSp>
        <p:nvGrpSpPr>
          <p:cNvPr id="306" name="Group 96">
            <a:extLst>
              <a:ext uri="{FF2B5EF4-FFF2-40B4-BE49-F238E27FC236}">
                <a16:creationId xmlns:a16="http://schemas.microsoft.com/office/drawing/2014/main" id="{D758B751-BA51-4A63-B69E-132660DA8C6B}"/>
              </a:ext>
            </a:extLst>
          </p:cNvPr>
          <p:cNvGrpSpPr/>
          <p:nvPr/>
        </p:nvGrpSpPr>
        <p:grpSpPr>
          <a:xfrm>
            <a:off x="6436441" y="18197756"/>
            <a:ext cx="2226041" cy="427369"/>
            <a:chOff x="53186" y="448089"/>
            <a:chExt cx="4465099" cy="427369"/>
          </a:xfrm>
        </p:grpSpPr>
        <p:sp>
          <p:nvSpPr>
            <p:cNvPr id="307" name="Rectangle: Rounded Corners 97">
              <a:extLst>
                <a:ext uri="{FF2B5EF4-FFF2-40B4-BE49-F238E27FC236}">
                  <a16:creationId xmlns:a16="http://schemas.microsoft.com/office/drawing/2014/main" id="{44C07347-A1CB-4349-A114-8570255634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8" name="TextBox 98">
              <a:extLst>
                <a:ext uri="{FF2B5EF4-FFF2-40B4-BE49-F238E27FC236}">
                  <a16:creationId xmlns:a16="http://schemas.microsoft.com/office/drawing/2014/main" id="{835E2A72-586C-4ED8-9043-BB7BEEA7EC0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Authentication</a:t>
              </a:r>
            </a:p>
          </p:txBody>
        </p:sp>
      </p:grpSp>
      <p:graphicFrame>
        <p:nvGraphicFramePr>
          <p:cNvPr id="309" name="Table 54">
            <a:extLst>
              <a:ext uri="{FF2B5EF4-FFF2-40B4-BE49-F238E27FC236}">
                <a16:creationId xmlns:a16="http://schemas.microsoft.com/office/drawing/2014/main" id="{20241FAA-2DFC-43E8-8864-F0F5C1A69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8663"/>
              </p:ext>
            </p:extLst>
          </p:nvPr>
        </p:nvGraphicFramePr>
        <p:xfrm>
          <a:off x="6515402" y="18640815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None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Basic 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Bearer 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API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728149"/>
                  </a:ext>
                </a:extLst>
              </a:tr>
            </a:tbl>
          </a:graphicData>
        </a:graphic>
      </p:graphicFrame>
      <p:pic>
        <p:nvPicPr>
          <p:cNvPr id="310" name="Picture 309">
            <a:extLst>
              <a:ext uri="{FF2B5EF4-FFF2-40B4-BE49-F238E27FC236}">
                <a16:creationId xmlns:a16="http://schemas.microsoft.com/office/drawing/2014/main" id="{5A4F1566-6EA8-4849-8385-9173579873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7372" y="17545564"/>
            <a:ext cx="9144000" cy="1112109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BB26503B-2352-4A02-9216-99E7521A71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372" y="18830539"/>
            <a:ext cx="9144000" cy="708837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3B731E40-97A5-4330-A490-B0EED6F6D4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3866" y="19847368"/>
            <a:ext cx="9144000" cy="1179871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CCDF9B95-5E20-4769-B86A-098DC9628432}"/>
              </a:ext>
            </a:extLst>
          </p:cNvPr>
          <p:cNvGrpSpPr/>
          <p:nvPr/>
        </p:nvGrpSpPr>
        <p:grpSpPr>
          <a:xfrm>
            <a:off x="6533306" y="19670190"/>
            <a:ext cx="2131504" cy="435703"/>
            <a:chOff x="6497254" y="19670190"/>
            <a:chExt cx="1011645" cy="435703"/>
          </a:xfrm>
        </p:grpSpPr>
        <p:grpSp>
          <p:nvGrpSpPr>
            <p:cNvPr id="313" name="Group 99">
              <a:extLst>
                <a:ext uri="{FF2B5EF4-FFF2-40B4-BE49-F238E27FC236}">
                  <a16:creationId xmlns:a16="http://schemas.microsoft.com/office/drawing/2014/main" id="{3D8C06A2-E514-401C-B7C5-3919D4F9E6F5}"/>
                </a:ext>
              </a:extLst>
            </p:cNvPr>
            <p:cNvGrpSpPr/>
            <p:nvPr/>
          </p:nvGrpSpPr>
          <p:grpSpPr>
            <a:xfrm>
              <a:off x="6497254" y="19670190"/>
              <a:ext cx="1011645" cy="427369"/>
              <a:chOff x="201701" y="448089"/>
              <a:chExt cx="4424780" cy="427369"/>
            </a:xfrm>
          </p:grpSpPr>
          <p:sp>
            <p:nvSpPr>
              <p:cNvPr id="314" name="Rectangle: Rounded Corners 100">
                <a:extLst>
                  <a:ext uri="{FF2B5EF4-FFF2-40B4-BE49-F238E27FC236}">
                    <a16:creationId xmlns:a16="http://schemas.microsoft.com/office/drawing/2014/main" id="{EAE53D3F-7828-4E24-9849-46396155A9C0}"/>
                  </a:ext>
                </a:extLst>
              </p:cNvPr>
              <p:cNvSpPr/>
              <p:nvPr/>
            </p:nvSpPr>
            <p:spPr>
              <a:xfrm>
                <a:off x="201705" y="645906"/>
                <a:ext cx="4424776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endParaRPr lang="en-US" sz="1000" dirty="0">
                  <a:highlight>
                    <a:srgbClr val="FFFF00"/>
                  </a:highlight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315" name="TextBox 101">
                <a:extLst>
                  <a:ext uri="{FF2B5EF4-FFF2-40B4-BE49-F238E27FC236}">
                    <a16:creationId xmlns:a16="http://schemas.microsoft.com/office/drawing/2014/main" id="{EBD382A5-6E72-4554-B261-87561605E12C}"/>
                  </a:ext>
                </a:extLst>
              </p:cNvPr>
              <p:cNvSpPr txBox="1"/>
              <p:nvPr/>
            </p:nvSpPr>
            <p:spPr>
              <a:xfrm>
                <a:off x="201701" y="448089"/>
                <a:ext cx="442477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Generate Token</a:t>
                </a:r>
              </a:p>
            </p:txBody>
          </p:sp>
        </p:grpSp>
        <p:sp>
          <p:nvSpPr>
            <p:cNvPr id="316" name="TextBox 72">
              <a:extLst>
                <a:ext uri="{FF2B5EF4-FFF2-40B4-BE49-F238E27FC236}">
                  <a16:creationId xmlns:a16="http://schemas.microsoft.com/office/drawing/2014/main" id="{32663435-2A1F-4E7A-8ECC-959A6A976926}"/>
                </a:ext>
              </a:extLst>
            </p:cNvPr>
            <p:cNvSpPr txBox="1"/>
            <p:nvPr/>
          </p:nvSpPr>
          <p:spPr>
            <a:xfrm>
              <a:off x="6785290" y="19859672"/>
              <a:ext cx="7115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[ Generate ]</a:t>
              </a:r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116602B-705F-46F6-AFD2-4C7EE72C3D05}"/>
              </a:ext>
            </a:extLst>
          </p:cNvPr>
          <p:cNvCxnSpPr>
            <a:cxnSpLocks/>
          </p:cNvCxnSpPr>
          <p:nvPr/>
        </p:nvCxnSpPr>
        <p:spPr>
          <a:xfrm flipV="1">
            <a:off x="1762018" y="22982091"/>
            <a:ext cx="7286775" cy="182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7" name="TextBox 72">
            <a:extLst>
              <a:ext uri="{FF2B5EF4-FFF2-40B4-BE49-F238E27FC236}">
                <a16:creationId xmlns:a16="http://schemas.microsoft.com/office/drawing/2014/main" id="{5855BEA0-BE11-4653-856E-D0A0D2696F5A}"/>
              </a:ext>
            </a:extLst>
          </p:cNvPr>
          <p:cNvSpPr txBox="1"/>
          <p:nvPr/>
        </p:nvSpPr>
        <p:spPr>
          <a:xfrm>
            <a:off x="1820957" y="22997036"/>
            <a:ext cx="1250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Inbound Data Mapping</a:t>
            </a:r>
          </a:p>
        </p:txBody>
      </p:sp>
      <p:sp>
        <p:nvSpPr>
          <p:cNvPr id="318" name="TextBox 72">
            <a:extLst>
              <a:ext uri="{FF2B5EF4-FFF2-40B4-BE49-F238E27FC236}">
                <a16:creationId xmlns:a16="http://schemas.microsoft.com/office/drawing/2014/main" id="{769FDB67-F7ED-4194-AC1C-D94934DDC3FB}"/>
              </a:ext>
            </a:extLst>
          </p:cNvPr>
          <p:cNvSpPr txBox="1"/>
          <p:nvPr/>
        </p:nvSpPr>
        <p:spPr>
          <a:xfrm>
            <a:off x="1784172" y="23162626"/>
            <a:ext cx="3475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 Fetch the custom mapping rules (JSONB dictionary) stored for that specific station to database )</a:t>
            </a:r>
          </a:p>
        </p:txBody>
      </p:sp>
    </p:spTree>
    <p:extLst>
      <p:ext uri="{BB962C8B-B14F-4D97-AF65-F5344CB8AC3E}">
        <p14:creationId xmlns:p14="http://schemas.microsoft.com/office/powerpoint/2010/main" val="53691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Sensor (200)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2571"/>
              </p:ext>
            </p:extLst>
          </p:nvPr>
        </p:nvGraphicFramePr>
        <p:xfrm>
          <a:off x="1624683" y="1995047"/>
          <a:ext cx="751931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3723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17976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244418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45117">
                  <a:extLst>
                    <a:ext uri="{9D8B030D-6E8A-4147-A177-3AD203B41FA5}">
                      <a16:colId xmlns:a16="http://schemas.microsoft.com/office/drawing/2014/main" val="1918436927"/>
                    </a:ext>
                  </a:extLst>
                </a:gridCol>
                <a:gridCol w="845117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570368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02597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Sensen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 PTZ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FLOW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FLOW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Direction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Velocity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1E3720-74AE-0416-4267-954272E9F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29717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675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728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B26819-D2A7-8B32-B6E6-720B0885E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577364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0185089-5CAB-D6E2-8887-89578515D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4022BE3-8D83-B52B-752D-C9B3CAA0CB02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6A8B4C-A533-F5EB-C853-9755078ED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774F1BBC-2B4E-3ED1-38DC-590C1D28DB4A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429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BD50-0FC2-C148-FE39-FF9A74DF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">
            <a:extLst>
              <a:ext uri="{FF2B5EF4-FFF2-40B4-BE49-F238E27FC236}">
                <a16:creationId xmlns:a16="http://schemas.microsoft.com/office/drawing/2014/main" id="{D8A77819-D644-72FC-9DB6-CD7CA37A3128}"/>
              </a:ext>
            </a:extLst>
          </p:cNvPr>
          <p:cNvSpPr/>
          <p:nvPr/>
        </p:nvSpPr>
        <p:spPr>
          <a:xfrm rot="16200000">
            <a:off x="2919106" y="1017001"/>
            <a:ext cx="498318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4" name="Rectangle: Rounded Corners 6">
            <a:extLst>
              <a:ext uri="{FF2B5EF4-FFF2-40B4-BE49-F238E27FC236}">
                <a16:creationId xmlns:a16="http://schemas.microsoft.com/office/drawing/2014/main" id="{A16C56EE-2DF9-391E-BA5E-A323AADD239E}"/>
              </a:ext>
            </a:extLst>
          </p:cNvPr>
          <p:cNvSpPr/>
          <p:nvPr/>
        </p:nvSpPr>
        <p:spPr>
          <a:xfrm rot="16200000">
            <a:off x="3875831" y="20247115"/>
            <a:ext cx="298157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5" name="Rectangle: Rounded Corners 6">
            <a:extLst>
              <a:ext uri="{FF2B5EF4-FFF2-40B4-BE49-F238E27FC236}">
                <a16:creationId xmlns:a16="http://schemas.microsoft.com/office/drawing/2014/main" id="{B0B958E9-7826-A1C8-A68F-3B9B9D9CECD5}"/>
              </a:ext>
            </a:extLst>
          </p:cNvPr>
          <p:cNvSpPr/>
          <p:nvPr/>
        </p:nvSpPr>
        <p:spPr>
          <a:xfrm rot="16200000">
            <a:off x="3833911" y="23380296"/>
            <a:ext cx="306541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59160DD-E2D3-DD90-5280-8A7C14313F8F}"/>
              </a:ext>
            </a:extLst>
          </p:cNvPr>
          <p:cNvSpPr/>
          <p:nvPr/>
        </p:nvSpPr>
        <p:spPr>
          <a:xfrm rot="16200000">
            <a:off x="5110991" y="25668106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F3F15C48-DE73-04D6-A85A-D50F45AAA1D0}"/>
              </a:ext>
            </a:extLst>
          </p:cNvPr>
          <p:cNvSpPr/>
          <p:nvPr/>
        </p:nvSpPr>
        <p:spPr>
          <a:xfrm rot="16200000">
            <a:off x="4764351" y="-2208974"/>
            <a:ext cx="126954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6469BB8B-45AE-6B5D-E525-F0145581610F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Sensor 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1E511A-EC63-93FA-DF7A-5E7BD4C4C6B8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22FFD0F-3CD7-D851-3243-BA317719C40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A4CFA5-0023-EE06-5552-235837D2C54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SensorID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C76DB0C-C88E-DC11-7C6E-1B02004B1946}"/>
              </a:ext>
            </a:extLst>
          </p:cNvPr>
          <p:cNvGrpSpPr/>
          <p:nvPr/>
        </p:nvGrpSpPr>
        <p:grpSpPr>
          <a:xfrm>
            <a:off x="1713732" y="29327092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246E2E2-3D6C-C147-FEF1-DD2809543D4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1FE7D69-682C-B650-C34D-B5206D1424F1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sp>
        <p:nvSpPr>
          <p:cNvPr id="34" name="Rectangle: Rounded Corners 6">
            <a:extLst>
              <a:ext uri="{FF2B5EF4-FFF2-40B4-BE49-F238E27FC236}">
                <a16:creationId xmlns:a16="http://schemas.microsoft.com/office/drawing/2014/main" id="{20A4AEE5-EB12-F439-27AD-FFF3A26A5DCE}"/>
              </a:ext>
            </a:extLst>
          </p:cNvPr>
          <p:cNvSpPr/>
          <p:nvPr/>
        </p:nvSpPr>
        <p:spPr>
          <a:xfrm rot="16200000">
            <a:off x="4024450" y="5069505"/>
            <a:ext cx="278214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3" name="Table 2">
            <a:extLst>
              <a:ext uri="{FF2B5EF4-FFF2-40B4-BE49-F238E27FC236}">
                <a16:creationId xmlns:a16="http://schemas.microsoft.com/office/drawing/2014/main" id="{052931F8-FE36-F54B-D5E6-1F55A7203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8791"/>
              </p:ext>
            </p:extLst>
          </p:nvPr>
        </p:nvGraphicFramePr>
        <p:xfrm>
          <a:off x="1764614" y="2758627"/>
          <a:ext cx="3416428" cy="36295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7661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871728">
                  <a:extLst>
                    <a:ext uri="{9D8B030D-6E8A-4147-A177-3AD203B41FA5}">
                      <a16:colId xmlns:a16="http://schemas.microsoft.com/office/drawing/2014/main" val="3008044534"/>
                    </a:ext>
                  </a:extLst>
                </a:gridCol>
                <a:gridCol w="646176">
                  <a:extLst>
                    <a:ext uri="{9D8B030D-6E8A-4147-A177-3AD203B41FA5}">
                      <a16:colId xmlns:a16="http://schemas.microsoft.com/office/drawing/2014/main" val="1343597442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876575035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84049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01662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▼</a:t>
                      </a:r>
                      <a:endParaRPr lang="en-US" sz="12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▼</a:t>
                      </a:r>
                      <a:endParaRPr lang="en-US" sz="12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</a:tbl>
          </a:graphicData>
        </a:graphic>
      </p:graphicFrame>
      <p:grpSp>
        <p:nvGrpSpPr>
          <p:cNvPr id="71" name="Group 70">
            <a:extLst>
              <a:ext uri="{FF2B5EF4-FFF2-40B4-BE49-F238E27FC236}">
                <a16:creationId xmlns:a16="http://schemas.microsoft.com/office/drawing/2014/main" id="{E55DF6AF-609C-5D06-3940-63BCB2DCA191}"/>
              </a:ext>
            </a:extLst>
          </p:cNvPr>
          <p:cNvGrpSpPr/>
          <p:nvPr/>
        </p:nvGrpSpPr>
        <p:grpSpPr>
          <a:xfrm>
            <a:off x="1681631" y="2309085"/>
            <a:ext cx="951266" cy="374028"/>
            <a:chOff x="1654784" y="1931142"/>
            <a:chExt cx="951266" cy="374028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1029332-F44D-77BC-B108-4C0459D32651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6BF2DE7-CF29-6039-336E-FAF903E6C1D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9DA26CD-06C2-7FE5-FFE1-3FF3AE67629C}"/>
              </a:ext>
            </a:extLst>
          </p:cNvPr>
          <p:cNvGrpSpPr/>
          <p:nvPr/>
        </p:nvGrpSpPr>
        <p:grpSpPr>
          <a:xfrm>
            <a:off x="1696871" y="7517600"/>
            <a:ext cx="951266" cy="374028"/>
            <a:chOff x="1654784" y="1931142"/>
            <a:chExt cx="951266" cy="37402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258872E-A80E-469D-61B1-A10FE5195AF2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6F3A110-8A96-57CC-AEDD-1C651A45D7C4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Velocity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459CC8-BCF2-7F4E-F65F-F01AC0229E4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25D32CE-DA52-24E2-8CE8-08AB0AC62C19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7158DC8-B1F9-3F13-338A-40A78FC5E606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135" name="Rectangle: Rounded Corners 6">
            <a:extLst>
              <a:ext uri="{FF2B5EF4-FFF2-40B4-BE49-F238E27FC236}">
                <a16:creationId xmlns:a16="http://schemas.microsoft.com/office/drawing/2014/main" id="{E393E7ED-5FA0-DD9C-6C6A-BDB72B98FE14}"/>
              </a:ext>
            </a:extLst>
          </p:cNvPr>
          <p:cNvSpPr/>
          <p:nvPr/>
        </p:nvSpPr>
        <p:spPr>
          <a:xfrm rot="16200000">
            <a:off x="4445307" y="17671935"/>
            <a:ext cx="184262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4776AF2-A98E-2945-C06B-F5E7397B0E5E}"/>
              </a:ext>
            </a:extLst>
          </p:cNvPr>
          <p:cNvGrpSpPr/>
          <p:nvPr/>
        </p:nvGrpSpPr>
        <p:grpSpPr>
          <a:xfrm>
            <a:off x="1632729" y="20514314"/>
            <a:ext cx="951266" cy="374028"/>
            <a:chOff x="1654784" y="1931142"/>
            <a:chExt cx="951266" cy="374028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075FE3A-C8EA-C921-083C-0E03C7EBD1B2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ECDD99F-C7B8-E34A-7690-54C7EC70478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Direction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888CE6A-E8DF-B8C4-0B9B-5BF5F55D1373}"/>
              </a:ext>
            </a:extLst>
          </p:cNvPr>
          <p:cNvGrpSpPr/>
          <p:nvPr/>
        </p:nvGrpSpPr>
        <p:grpSpPr>
          <a:xfrm>
            <a:off x="2106985" y="22605286"/>
            <a:ext cx="951266" cy="374028"/>
            <a:chOff x="1654784" y="1931142"/>
            <a:chExt cx="951266" cy="374028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83D4136-CBCD-DA10-D13C-AB75003020FF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7659FF5-6CA8-DEBB-F3A8-134FA9D83B9E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Color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31EDB8D-A877-CDF5-445E-A50FD9476C28}"/>
              </a:ext>
            </a:extLst>
          </p:cNvPr>
          <p:cNvGrpSpPr/>
          <p:nvPr/>
        </p:nvGrpSpPr>
        <p:grpSpPr>
          <a:xfrm>
            <a:off x="1677419" y="22597585"/>
            <a:ext cx="951266" cy="374028"/>
            <a:chOff x="1654784" y="1931142"/>
            <a:chExt cx="951266" cy="374028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FA7B813-4884-1E65-C08F-31843C784BCB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44A87B0-E968-1B5B-957D-D1142B69BECB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Garbage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2E018CE-1C30-9F71-28A0-94C4B2539B5B}"/>
              </a:ext>
            </a:extLst>
          </p:cNvPr>
          <p:cNvGrpSpPr/>
          <p:nvPr/>
        </p:nvGrpSpPr>
        <p:grpSpPr>
          <a:xfrm>
            <a:off x="1622643" y="25596620"/>
            <a:ext cx="951266" cy="374028"/>
            <a:chOff x="1654784" y="1931142"/>
            <a:chExt cx="951266" cy="3740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35ED3BF-0436-B1FB-CC3B-898A09D5C426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8630CF6-5888-35D8-2108-68301E195E11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Rain Level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159" name="Table 2">
            <a:extLst>
              <a:ext uri="{FF2B5EF4-FFF2-40B4-BE49-F238E27FC236}">
                <a16:creationId xmlns:a16="http://schemas.microsoft.com/office/drawing/2014/main" id="{C423C110-D1EF-BC78-29C7-66EFEB611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53995"/>
              </p:ext>
            </p:extLst>
          </p:nvPr>
        </p:nvGraphicFramePr>
        <p:xfrm>
          <a:off x="1759994" y="7981590"/>
          <a:ext cx="4043792" cy="2014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801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83529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764748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766193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77284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57633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sp>
        <p:nvSpPr>
          <p:cNvPr id="160" name="Rectangle: Rounded Corners 6">
            <a:extLst>
              <a:ext uri="{FF2B5EF4-FFF2-40B4-BE49-F238E27FC236}">
                <a16:creationId xmlns:a16="http://schemas.microsoft.com/office/drawing/2014/main" id="{5505D340-7BE7-5A59-3BE6-FAB0464C0C9B}"/>
              </a:ext>
            </a:extLst>
          </p:cNvPr>
          <p:cNvSpPr/>
          <p:nvPr/>
        </p:nvSpPr>
        <p:spPr>
          <a:xfrm rot="16200000">
            <a:off x="411725" y="11626504"/>
            <a:ext cx="9997946" cy="7515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5351822C-F329-CC52-54B8-FEEAE9340662}"/>
              </a:ext>
            </a:extLst>
          </p:cNvPr>
          <p:cNvGrpSpPr/>
          <p:nvPr/>
        </p:nvGrpSpPr>
        <p:grpSpPr>
          <a:xfrm>
            <a:off x="1720481" y="10462946"/>
            <a:ext cx="951266" cy="374028"/>
            <a:chOff x="1654784" y="1931142"/>
            <a:chExt cx="951266" cy="374028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BB96829-3744-5EC6-7134-7328A420A554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A2D24FE-AC02-7CAC-63F9-39244B3F51D9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Flow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4F4BAD-B941-4C5A-64BE-16307E89C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817501"/>
              </p:ext>
            </p:extLst>
          </p:nvPr>
        </p:nvGraphicFramePr>
        <p:xfrm>
          <a:off x="1724842" y="21341169"/>
          <a:ext cx="2151998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5199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Right – Left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Left - Right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Forward – Backward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60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Backward - Forward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45662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06FD38B-0D48-1044-550C-CC4DFD86E048}"/>
              </a:ext>
            </a:extLst>
          </p:cNvPr>
          <p:cNvGrpSpPr/>
          <p:nvPr/>
        </p:nvGrpSpPr>
        <p:grpSpPr>
          <a:xfrm>
            <a:off x="1643843" y="20877388"/>
            <a:ext cx="2226041" cy="427369"/>
            <a:chOff x="53186" y="448089"/>
            <a:chExt cx="4465099" cy="4273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8F35700-E6BB-EE0B-4A98-FFA00383609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A0DF3D-F917-A743-A688-3B219B88C82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Move</a:t>
              </a: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3B52B8-545B-2D5F-00B9-58F0FDF4B98C}"/>
              </a:ext>
            </a:extLst>
          </p:cNvPr>
          <p:cNvSpPr/>
          <p:nvPr/>
        </p:nvSpPr>
        <p:spPr>
          <a:xfrm>
            <a:off x="8293065" y="29327092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D3807-3D7A-18E7-E393-D8EF0F346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76948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1A5A2F07-5D83-8ED8-A403-685D5E7D1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E0B8378-23A6-1DF6-EF76-02C2BAEC09E6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0F38D28-A32A-C63B-091E-D6C1F3FA4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62A65989-08BA-C474-2790-53D52C4B4314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9DDAF9-9A13-658C-EAD5-5B8EE1147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261886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675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72873"/>
                  </a:ext>
                </a:extLst>
              </a:tr>
            </a:tbl>
          </a:graphicData>
        </a:graphic>
      </p:graphicFrame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4E346B1-A629-3096-BA91-085927A09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530283"/>
              </p:ext>
            </p:extLst>
          </p:nvPr>
        </p:nvGraphicFramePr>
        <p:xfrm>
          <a:off x="6111239" y="7969502"/>
          <a:ext cx="2764788" cy="152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35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843629">
                  <a:extLst>
                    <a:ext uri="{9D8B030D-6E8A-4147-A177-3AD203B41FA5}">
                      <a16:colId xmlns:a16="http://schemas.microsoft.com/office/drawing/2014/main" val="721174828"/>
                    </a:ext>
                  </a:extLst>
                </a:gridCol>
                <a:gridCol w="94933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93087">
                  <a:extLst>
                    <a:ext uri="{9D8B030D-6E8A-4147-A177-3AD203B41FA5}">
                      <a16:colId xmlns:a16="http://schemas.microsoft.com/office/drawing/2014/main" val="184682336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Coefficient (k)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Level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0.5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0.35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0.849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0.2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0.950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0.10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66262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FDC25D6-83CB-0DB2-FDE3-A27D623084E1}"/>
              </a:ext>
            </a:extLst>
          </p:cNvPr>
          <p:cNvSpPr txBox="1"/>
          <p:nvPr/>
        </p:nvSpPr>
        <p:spPr>
          <a:xfrm>
            <a:off x="6147416" y="7703330"/>
            <a:ext cx="2008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LEVEL DEPENDING VELOCITY CAL TABLE offset</a:t>
            </a:r>
          </a:p>
        </p:txBody>
      </p:sp>
      <p:grpSp>
        <p:nvGrpSpPr>
          <p:cNvPr id="18" name="Group 105">
            <a:extLst>
              <a:ext uri="{FF2B5EF4-FFF2-40B4-BE49-F238E27FC236}">
                <a16:creationId xmlns:a16="http://schemas.microsoft.com/office/drawing/2014/main" id="{7F798063-4729-90BE-8E07-3E941EC2C2E3}"/>
              </a:ext>
            </a:extLst>
          </p:cNvPr>
          <p:cNvGrpSpPr/>
          <p:nvPr/>
        </p:nvGrpSpPr>
        <p:grpSpPr>
          <a:xfrm>
            <a:off x="1779692" y="12668862"/>
            <a:ext cx="2226041" cy="427369"/>
            <a:chOff x="53186" y="448089"/>
            <a:chExt cx="4465099" cy="427369"/>
          </a:xfrm>
        </p:grpSpPr>
        <p:sp>
          <p:nvSpPr>
            <p:cNvPr id="19" name="Rectangle: Rounded Corners 106">
              <a:extLst>
                <a:ext uri="{FF2B5EF4-FFF2-40B4-BE49-F238E27FC236}">
                  <a16:creationId xmlns:a16="http://schemas.microsoft.com/office/drawing/2014/main" id="{CA21BC60-B22D-13B1-07D7-B1AB2AE3E6B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0" name="TextBox 107">
              <a:extLst>
                <a:ext uri="{FF2B5EF4-FFF2-40B4-BE49-F238E27FC236}">
                  <a16:creationId xmlns:a16="http://schemas.microsoft.com/office/drawing/2014/main" id="{76AA957C-66CE-752D-1390-EE9C00DB5FB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C1C1D1-51BD-F0AD-486E-89CAF707D19C}"/>
              </a:ext>
            </a:extLst>
          </p:cNvPr>
          <p:cNvGrpSpPr/>
          <p:nvPr/>
        </p:nvGrpSpPr>
        <p:grpSpPr>
          <a:xfrm>
            <a:off x="1770914" y="12174986"/>
            <a:ext cx="2226042" cy="427369"/>
            <a:chOff x="53184" y="448089"/>
            <a:chExt cx="4465101" cy="42736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3B109E7-BB6E-2D42-3DE3-46DBD7BA482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4A4F88-4C33-794E-F8F6-92D64034ECD5}"/>
                </a:ext>
              </a:extLst>
            </p:cNvPr>
            <p:cNvSpPr txBox="1"/>
            <p:nvPr/>
          </p:nvSpPr>
          <p:spPr>
            <a:xfrm>
              <a:off x="53184" y="448089"/>
              <a:ext cx="3136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วันที่ทำการสำรวจ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(Survey Date)</a:t>
              </a:r>
            </a:p>
          </p:txBody>
        </p:sp>
      </p:grpSp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81CFA980-6E3C-F5D7-1A46-4B19CD7F2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539878"/>
              </p:ext>
            </p:extLst>
          </p:nvPr>
        </p:nvGraphicFramePr>
        <p:xfrm>
          <a:off x="4220077" y="11246085"/>
          <a:ext cx="1895486" cy="36263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662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54095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60743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5716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x-axis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y-axis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-2.600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-2.750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-4.500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-4.500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0.830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0.150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AE9EC8A-D141-A716-47D8-D59715DB65A7}"/>
              </a:ext>
            </a:extLst>
          </p:cNvPr>
          <p:cNvSpPr txBox="1"/>
          <p:nvPr/>
        </p:nvSpPr>
        <p:spPr>
          <a:xfrm>
            <a:off x="4176581" y="10966681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Custom  Profile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DD3E607-D160-A4F1-617F-03AE2AFAF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85532"/>
              </p:ext>
            </p:extLst>
          </p:nvPr>
        </p:nvGraphicFramePr>
        <p:xfrm>
          <a:off x="6620950" y="11261311"/>
          <a:ext cx="1895486" cy="9052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79525">
                  <a:extLst>
                    <a:ext uri="{9D8B030D-6E8A-4147-A177-3AD203B41FA5}">
                      <a16:colId xmlns:a16="http://schemas.microsoft.com/office/drawing/2014/main" val="1103586425"/>
                    </a:ext>
                  </a:extLst>
                </a:gridCol>
                <a:gridCol w="815961">
                  <a:extLst>
                    <a:ext uri="{9D8B030D-6E8A-4147-A177-3AD203B41FA5}">
                      <a16:colId xmlns:a16="http://schemas.microsoft.com/office/drawing/2014/main" val="1533347430"/>
                    </a:ext>
                  </a:extLst>
                </a:gridCol>
              </a:tblGrid>
              <a:tr h="18898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Level [m]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 [m²]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0.0000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1.5600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1.5778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1.5963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1.6222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1.6356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1.6494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1.6779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0.644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1.7078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0.648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1.7232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0.656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1.7551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17715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528132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1.7925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45506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0.670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1.8140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1.8361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32916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1.8587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44768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1.9053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926574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1.9295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9236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1.9793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10739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2.0050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2216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2.0365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74453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2.0687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97248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2.1017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974173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2.1355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2.1700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4626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0.746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2.2052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1893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2.2776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617304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0.772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2.3637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11563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0.786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2.4516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80072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0.801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2.5478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1651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2.6460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5940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7.2621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74862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DB0E5B7-86E5-ECC1-D072-D49E52BC4742}"/>
              </a:ext>
            </a:extLst>
          </p:cNvPr>
          <p:cNvSpPr txBox="1"/>
          <p:nvPr/>
        </p:nvSpPr>
        <p:spPr>
          <a:xfrm>
            <a:off x="6586662" y="10992661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Profile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8B4D1E-C568-9111-A910-6899AF39F025}"/>
              </a:ext>
            </a:extLst>
          </p:cNvPr>
          <p:cNvGrpSpPr/>
          <p:nvPr/>
        </p:nvGrpSpPr>
        <p:grpSpPr>
          <a:xfrm>
            <a:off x="1759994" y="10951624"/>
            <a:ext cx="2226041" cy="429334"/>
            <a:chOff x="1654784" y="2168799"/>
            <a:chExt cx="2226041" cy="42933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47EF4EA-5584-CA89-A35E-AE3EE818DE3C}"/>
                </a:ext>
              </a:extLst>
            </p:cNvPr>
            <p:cNvSpPr/>
            <p:nvPr/>
          </p:nvSpPr>
          <p:spPr>
            <a:xfrm>
              <a:off x="1728827" y="2368581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59B506B-E078-79A8-B150-9AFF1295C0AE}"/>
                </a:ext>
              </a:extLst>
            </p:cNvPr>
            <p:cNvSpPr txBox="1"/>
            <p:nvPr/>
          </p:nvSpPr>
          <p:spPr>
            <a:xfrm>
              <a:off x="1654784" y="21687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Ref.</a:t>
              </a:r>
            </a:p>
          </p:txBody>
        </p: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DAF6E28-A5A1-8B86-BDB8-EC7A9E53A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614900"/>
              </p:ext>
            </p:extLst>
          </p:nvPr>
        </p:nvGraphicFramePr>
        <p:xfrm>
          <a:off x="1834037" y="11397627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E70A4CCC-1797-B960-D6E9-559C4698B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217698" y="10555831"/>
            <a:ext cx="7013196" cy="236912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14C6C25-3AEF-B75A-621B-EFCC83608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68669" y="13067354"/>
            <a:ext cx="4649071" cy="17208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7EB344C-2467-19F6-CC0F-2CFDA987C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834423" y="14930600"/>
            <a:ext cx="4314825" cy="14097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DDFA72C-CC43-B8D7-7560-ED494F95C9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785" y="10458278"/>
            <a:ext cx="6752789" cy="5143500"/>
          </a:xfrm>
          <a:prstGeom prst="rect">
            <a:avLst/>
          </a:prstGeom>
        </p:spPr>
      </p:pic>
      <p:graphicFrame>
        <p:nvGraphicFramePr>
          <p:cNvPr id="78" name="Table 2">
            <a:extLst>
              <a:ext uri="{FF2B5EF4-FFF2-40B4-BE49-F238E27FC236}">
                <a16:creationId xmlns:a16="http://schemas.microsoft.com/office/drawing/2014/main" id="{04C0383B-FAD1-4610-9E8F-230890284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701665"/>
              </p:ext>
            </p:extLst>
          </p:nvPr>
        </p:nvGraphicFramePr>
        <p:xfrm>
          <a:off x="1763903" y="23163000"/>
          <a:ext cx="4043792" cy="2014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801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83529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764748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766193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77284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57633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79" name="Table 2">
            <a:extLst>
              <a:ext uri="{FF2B5EF4-FFF2-40B4-BE49-F238E27FC236}">
                <a16:creationId xmlns:a16="http://schemas.microsoft.com/office/drawing/2014/main" id="{EEA35C37-C794-49D1-A050-31A582CEA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34512"/>
              </p:ext>
            </p:extLst>
          </p:nvPr>
        </p:nvGraphicFramePr>
        <p:xfrm>
          <a:off x="1751462" y="26171389"/>
          <a:ext cx="4043792" cy="2014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801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83529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764748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766193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77284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57633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84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Camera (300)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096855"/>
              </p:ext>
            </p:extLst>
          </p:nvPr>
        </p:nvGraphicFramePr>
        <p:xfrm>
          <a:off x="1624683" y="1995047"/>
          <a:ext cx="7519317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0915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259539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401992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52130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895840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7890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91640B-B617-4B6F-02AB-80E1C8BF4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7725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0770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400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46487B-D686-BC7B-5399-007E3DF3C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6349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E3D3E7C-CE66-94F2-379E-A021F8BCB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033429C-6867-62AB-28C8-B37639B4BB9A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63E47E2-7953-DB99-B2C9-C306820E3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A35F3491-F1DE-191B-DA93-0FD2C59C19BB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35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BD50-0FC2-C148-FE39-FF9A74DF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: Rounded Corners 6">
            <a:extLst>
              <a:ext uri="{FF2B5EF4-FFF2-40B4-BE49-F238E27FC236}">
                <a16:creationId xmlns:a16="http://schemas.microsoft.com/office/drawing/2014/main" id="{F4439F82-CD6D-E532-4D83-EABFA0215F7E}"/>
              </a:ext>
            </a:extLst>
          </p:cNvPr>
          <p:cNvSpPr/>
          <p:nvPr/>
        </p:nvSpPr>
        <p:spPr>
          <a:xfrm rot="16200000">
            <a:off x="2367117" y="1275972"/>
            <a:ext cx="606402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59160DD-E2D3-DD90-5280-8A7C14313F8F}"/>
              </a:ext>
            </a:extLst>
          </p:cNvPr>
          <p:cNvSpPr/>
          <p:nvPr/>
        </p:nvSpPr>
        <p:spPr>
          <a:xfrm rot="16200000">
            <a:off x="5150625" y="10498980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F3F15C48-DE73-04D6-A85A-D50F45AAA1D0}"/>
              </a:ext>
            </a:extLst>
          </p:cNvPr>
          <p:cNvSpPr/>
          <p:nvPr/>
        </p:nvSpPr>
        <p:spPr>
          <a:xfrm rot="16200000">
            <a:off x="4917549" y="-2362171"/>
            <a:ext cx="96314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6469BB8B-45AE-6B5D-E525-F0145581610F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Camera 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1E511A-EC63-93FA-DF7A-5E7BD4C4C6B8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22FFD0F-3CD7-D851-3243-BA317719C40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A4CFA5-0023-EE06-5552-235837D2C54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AA9AFD-8B8B-BA5B-F40A-4F2CB52ED179}"/>
              </a:ext>
            </a:extLst>
          </p:cNvPr>
          <p:cNvGrpSpPr/>
          <p:nvPr/>
        </p:nvGrpSpPr>
        <p:grpSpPr>
          <a:xfrm>
            <a:off x="1715266" y="5047788"/>
            <a:ext cx="2226041" cy="427369"/>
            <a:chOff x="1709170" y="2402458"/>
            <a:chExt cx="2226041" cy="42736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EE98C17-5787-DF2B-55E9-DA387DCABFF1}"/>
                </a:ext>
              </a:extLst>
            </p:cNvPr>
            <p:cNvSpPr/>
            <p:nvPr/>
          </p:nvSpPr>
          <p:spPr>
            <a:xfrm>
              <a:off x="1783213" y="2600275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FC677B2-BE4F-CBE3-4CB1-41847FB13625}"/>
                </a:ext>
              </a:extLst>
            </p:cNvPr>
            <p:cNvSpPr txBox="1"/>
            <p:nvPr/>
          </p:nvSpPr>
          <p:spPr>
            <a:xfrm>
              <a:off x="1709170" y="2402458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RSTP_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IP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C76DB0C-C88E-DC11-7C6E-1B02004B1946}"/>
              </a:ext>
            </a:extLst>
          </p:cNvPr>
          <p:cNvGrpSpPr/>
          <p:nvPr/>
        </p:nvGrpSpPr>
        <p:grpSpPr>
          <a:xfrm>
            <a:off x="1741791" y="14134816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246E2E2-3D6C-C147-FEF1-DD2809543D4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1FE7D69-682C-B650-C34D-B5206D1424F1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4A07723-CCF6-2BE2-D70A-D3C5E37CB92F}"/>
              </a:ext>
            </a:extLst>
          </p:cNvPr>
          <p:cNvGrpSpPr/>
          <p:nvPr/>
        </p:nvGrpSpPr>
        <p:grpSpPr>
          <a:xfrm>
            <a:off x="1732897" y="7535784"/>
            <a:ext cx="2226041" cy="427369"/>
            <a:chOff x="53186" y="448089"/>
            <a:chExt cx="4465099" cy="427369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634A785C-4985-694F-77E3-53D8C934495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FC49B30-6F1C-DEE5-C14D-5980961454A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Onvif_IP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FFB637F3-B766-FDAC-3F90-52729A209245}"/>
              </a:ext>
            </a:extLst>
          </p:cNvPr>
          <p:cNvGrpSpPr/>
          <p:nvPr/>
        </p:nvGrpSpPr>
        <p:grpSpPr>
          <a:xfrm>
            <a:off x="1646102" y="1301808"/>
            <a:ext cx="2226041" cy="427369"/>
            <a:chOff x="53186" y="448089"/>
            <a:chExt cx="4465099" cy="427369"/>
          </a:xfrm>
        </p:grpSpPr>
        <p:sp>
          <p:nvSpPr>
            <p:cNvPr id="6" name="Rectangle: Rounded Corners 70">
              <a:extLst>
                <a:ext uri="{FF2B5EF4-FFF2-40B4-BE49-F238E27FC236}">
                  <a16:creationId xmlns:a16="http://schemas.microsoft.com/office/drawing/2014/main" id="{B84609BE-C0AE-7BFD-0C58-8BD98224D0D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71">
              <a:extLst>
                <a:ext uri="{FF2B5EF4-FFF2-40B4-BE49-F238E27FC236}">
                  <a16:creationId xmlns:a16="http://schemas.microsoft.com/office/drawing/2014/main" id="{5418B811-3163-6A2F-9848-103A1498EB7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 Name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A8A03DE-2BE4-7EFE-D27B-FDEFAC115753}"/>
              </a:ext>
            </a:extLst>
          </p:cNvPr>
          <p:cNvGrpSpPr/>
          <p:nvPr/>
        </p:nvGrpSpPr>
        <p:grpSpPr>
          <a:xfrm>
            <a:off x="5413690" y="5487523"/>
            <a:ext cx="1061477" cy="431682"/>
            <a:chOff x="4148770" y="2811713"/>
            <a:chExt cx="1061477" cy="431682"/>
          </a:xfrm>
        </p:grpSpPr>
        <p:sp>
          <p:nvSpPr>
            <p:cNvPr id="52" name="Rectangle: Rounded Corners 106">
              <a:extLst>
                <a:ext uri="{FF2B5EF4-FFF2-40B4-BE49-F238E27FC236}">
                  <a16:creationId xmlns:a16="http://schemas.microsoft.com/office/drawing/2014/main" id="{1B88B652-8AA1-EA3D-1A49-98D89320EF71}"/>
                </a:ext>
              </a:extLst>
            </p:cNvPr>
            <p:cNvSpPr/>
            <p:nvPr/>
          </p:nvSpPr>
          <p:spPr>
            <a:xfrm>
              <a:off x="4194203" y="3013843"/>
              <a:ext cx="1016044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4" name="TextBox 107">
              <a:extLst>
                <a:ext uri="{FF2B5EF4-FFF2-40B4-BE49-F238E27FC236}">
                  <a16:creationId xmlns:a16="http://schemas.microsoft.com/office/drawing/2014/main" id="{0739D54E-B7AA-7E3E-D9DC-0D4B9F6F04FA}"/>
                </a:ext>
              </a:extLst>
            </p:cNvPr>
            <p:cNvSpPr txBox="1"/>
            <p:nvPr/>
          </p:nvSpPr>
          <p:spPr>
            <a:xfrm>
              <a:off x="4148770" y="2811713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FPS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F02CEA4-FB7C-0A2B-9E22-693832C35D03}"/>
              </a:ext>
            </a:extLst>
          </p:cNvPr>
          <p:cNvGrpSpPr/>
          <p:nvPr/>
        </p:nvGrpSpPr>
        <p:grpSpPr>
          <a:xfrm>
            <a:off x="1717374" y="5467210"/>
            <a:ext cx="2223933" cy="427369"/>
            <a:chOff x="1717374" y="4022569"/>
            <a:chExt cx="2223933" cy="427369"/>
          </a:xfrm>
        </p:grpSpPr>
        <p:sp>
          <p:nvSpPr>
            <p:cNvPr id="35" name="Rectangle: Rounded Corners 106">
              <a:extLst>
                <a:ext uri="{FF2B5EF4-FFF2-40B4-BE49-F238E27FC236}">
                  <a16:creationId xmlns:a16="http://schemas.microsoft.com/office/drawing/2014/main" id="{4877C194-3B2E-FF66-225D-5D317B121BFD}"/>
                </a:ext>
              </a:extLst>
            </p:cNvPr>
            <p:cNvSpPr/>
            <p:nvPr/>
          </p:nvSpPr>
          <p:spPr>
            <a:xfrm>
              <a:off x="1791418" y="4220386"/>
              <a:ext cx="2149889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107">
              <a:extLst>
                <a:ext uri="{FF2B5EF4-FFF2-40B4-BE49-F238E27FC236}">
                  <a16:creationId xmlns:a16="http://schemas.microsoft.com/office/drawing/2014/main" id="{C8A12B58-93D1-F203-8B73-B459AD809BDE}"/>
                </a:ext>
              </a:extLst>
            </p:cNvPr>
            <p:cNvSpPr txBox="1"/>
            <p:nvPr/>
          </p:nvSpPr>
          <p:spPr>
            <a:xfrm>
              <a:off x="1717374" y="4022569"/>
              <a:ext cx="12597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Profile (Model Trained)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5E18D3-DE5A-4EB3-A9A9-1A230804DB3F}"/>
              </a:ext>
            </a:extLst>
          </p:cNvPr>
          <p:cNvGrpSpPr/>
          <p:nvPr/>
        </p:nvGrpSpPr>
        <p:grpSpPr>
          <a:xfrm>
            <a:off x="4112194" y="5020249"/>
            <a:ext cx="1087091" cy="454908"/>
            <a:chOff x="4136578" y="2374919"/>
            <a:chExt cx="1087091" cy="4549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5E3463-2FA6-ED33-819A-277848896DDD}"/>
                </a:ext>
              </a:extLst>
            </p:cNvPr>
            <p:cNvSpPr txBox="1"/>
            <p:nvPr/>
          </p:nvSpPr>
          <p:spPr>
            <a:xfrm>
              <a:off x="4136578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Port</a:t>
              </a:r>
            </a:p>
          </p:txBody>
        </p:sp>
        <p:sp>
          <p:nvSpPr>
            <p:cNvPr id="48" name="Rectangle: Rounded Corners 106">
              <a:extLst>
                <a:ext uri="{FF2B5EF4-FFF2-40B4-BE49-F238E27FC236}">
                  <a16:creationId xmlns:a16="http://schemas.microsoft.com/office/drawing/2014/main" id="{151EC2B4-7DD6-4970-879A-37DE4F495F08}"/>
                </a:ext>
              </a:extLst>
            </p:cNvPr>
            <p:cNvSpPr/>
            <p:nvPr/>
          </p:nvSpPr>
          <p:spPr>
            <a:xfrm>
              <a:off x="4194702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C6F644-36E3-143D-0602-9E52EB644B8F}"/>
              </a:ext>
            </a:extLst>
          </p:cNvPr>
          <p:cNvGrpSpPr/>
          <p:nvPr/>
        </p:nvGrpSpPr>
        <p:grpSpPr>
          <a:xfrm>
            <a:off x="5381649" y="5020249"/>
            <a:ext cx="1097060" cy="454908"/>
            <a:chOff x="5406033" y="2374919"/>
            <a:chExt cx="1097060" cy="45490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668093-E5B6-8877-81A5-BC954014EDA1}"/>
                </a:ext>
              </a:extLst>
            </p:cNvPr>
            <p:cNvSpPr txBox="1"/>
            <p:nvPr/>
          </p:nvSpPr>
          <p:spPr>
            <a:xfrm>
              <a:off x="5406033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Username</a:t>
              </a:r>
            </a:p>
          </p:txBody>
        </p:sp>
        <p:sp>
          <p:nvSpPr>
            <p:cNvPr id="7" name="Rectangle: Rounded Corners 106">
              <a:extLst>
                <a:ext uri="{FF2B5EF4-FFF2-40B4-BE49-F238E27FC236}">
                  <a16:creationId xmlns:a16="http://schemas.microsoft.com/office/drawing/2014/main" id="{B3C9E43A-26C6-2B41-C58C-7E09C745C254}"/>
                </a:ext>
              </a:extLst>
            </p:cNvPr>
            <p:cNvSpPr/>
            <p:nvPr/>
          </p:nvSpPr>
          <p:spPr>
            <a:xfrm>
              <a:off x="5474126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B8269B-B761-EEF4-2C2D-3B9412F72A98}"/>
              </a:ext>
            </a:extLst>
          </p:cNvPr>
          <p:cNvGrpSpPr/>
          <p:nvPr/>
        </p:nvGrpSpPr>
        <p:grpSpPr>
          <a:xfrm>
            <a:off x="6649572" y="5014829"/>
            <a:ext cx="1096369" cy="450349"/>
            <a:chOff x="6686148" y="2369499"/>
            <a:chExt cx="1096369" cy="4503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8BBB9D-4AFC-FE31-0C2F-563A5AB43760}"/>
                </a:ext>
              </a:extLst>
            </p:cNvPr>
            <p:cNvSpPr txBox="1"/>
            <p:nvPr/>
          </p:nvSpPr>
          <p:spPr>
            <a:xfrm>
              <a:off x="6686148" y="23694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Password</a:t>
              </a:r>
            </a:p>
          </p:txBody>
        </p:sp>
        <p:sp>
          <p:nvSpPr>
            <p:cNvPr id="10" name="Rectangle: Rounded Corners 106">
              <a:extLst>
                <a:ext uri="{FF2B5EF4-FFF2-40B4-BE49-F238E27FC236}">
                  <a16:creationId xmlns:a16="http://schemas.microsoft.com/office/drawing/2014/main" id="{EDB18B63-01EA-08E6-4AFC-9E5650C04C40}"/>
                </a:ext>
              </a:extLst>
            </p:cNvPr>
            <p:cNvSpPr/>
            <p:nvPr/>
          </p:nvSpPr>
          <p:spPr>
            <a:xfrm>
              <a:off x="6753550" y="2590296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459CC8-BCF2-7F4E-F65F-F01AC0229E4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25D32CE-DA52-24E2-8CE8-08AB0AC62C19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7158DC8-B1F9-3F13-338A-40A78FC5E606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8BB34D1-4EA4-0CE0-E714-0E4DEA4066ED}"/>
              </a:ext>
            </a:extLst>
          </p:cNvPr>
          <p:cNvGrpSpPr/>
          <p:nvPr/>
        </p:nvGrpSpPr>
        <p:grpSpPr>
          <a:xfrm>
            <a:off x="4125290" y="5468225"/>
            <a:ext cx="1073995" cy="433587"/>
            <a:chOff x="4122407" y="3199486"/>
            <a:chExt cx="1073995" cy="433587"/>
          </a:xfrm>
        </p:grpSpPr>
        <p:sp>
          <p:nvSpPr>
            <p:cNvPr id="12" name="Rectangle: Rounded Corners 106">
              <a:extLst>
                <a:ext uri="{FF2B5EF4-FFF2-40B4-BE49-F238E27FC236}">
                  <a16:creationId xmlns:a16="http://schemas.microsoft.com/office/drawing/2014/main" id="{0D10B596-83C1-6D50-27BB-C72A94FAFABB}"/>
                </a:ext>
              </a:extLst>
            </p:cNvPr>
            <p:cNvSpPr/>
            <p:nvPr/>
          </p:nvSpPr>
          <p:spPr>
            <a:xfrm>
              <a:off x="4180358" y="3403521"/>
              <a:ext cx="1016044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4EA1E0-7B67-97B7-28B4-101803E02513}"/>
                </a:ext>
              </a:extLst>
            </p:cNvPr>
            <p:cNvSpPr txBox="1"/>
            <p:nvPr/>
          </p:nvSpPr>
          <p:spPr>
            <a:xfrm>
              <a:off x="4122407" y="3199486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Channels ID</a:t>
              </a:r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73EDFB4-CA20-11E2-E675-F381551B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122532"/>
              </p:ext>
            </p:extLst>
          </p:nvPr>
        </p:nvGraphicFramePr>
        <p:xfrm>
          <a:off x="1805801" y="5923716"/>
          <a:ext cx="2135506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 MP ( 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2592 × 1944 )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 MP ( 2560 x 1440 )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 MP ( 2688 x 1520 )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7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MP ( 1920 x 1080 )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MP ( 1280 x 720 )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14811"/>
                  </a:ext>
                </a:extLst>
              </a:tr>
            </a:tbl>
          </a:graphicData>
        </a:graphic>
      </p:graphicFrame>
      <p:sp>
        <p:nvSpPr>
          <p:cNvPr id="25" name="TextBox 72">
            <a:extLst>
              <a:ext uri="{FF2B5EF4-FFF2-40B4-BE49-F238E27FC236}">
                <a16:creationId xmlns:a16="http://schemas.microsoft.com/office/drawing/2014/main" id="{9D6A7DCC-0263-0756-6161-58AE74E6A2CB}"/>
              </a:ext>
            </a:extLst>
          </p:cNvPr>
          <p:cNvSpPr txBox="1"/>
          <p:nvPr/>
        </p:nvSpPr>
        <p:spPr>
          <a:xfrm>
            <a:off x="4147346" y="6014862"/>
            <a:ext cx="4397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rtsp://&lt;username&gt;:&lt;password&gt;@&lt;IP_address&gt;:&lt;port&gt;/Streaming/Channels/&lt;ID&gt;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665AA7A-A62B-07FD-D7D0-91E48F4B7671}"/>
              </a:ext>
            </a:extLst>
          </p:cNvPr>
          <p:cNvSpPr/>
          <p:nvPr/>
        </p:nvSpPr>
        <p:spPr>
          <a:xfrm>
            <a:off x="8293065" y="14115103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AA1430-6B9A-8858-2A39-53C30E29ED59}"/>
              </a:ext>
            </a:extLst>
          </p:cNvPr>
          <p:cNvGrpSpPr/>
          <p:nvPr/>
        </p:nvGrpSpPr>
        <p:grpSpPr>
          <a:xfrm>
            <a:off x="4129509" y="7508668"/>
            <a:ext cx="1087091" cy="454908"/>
            <a:chOff x="4136578" y="2374919"/>
            <a:chExt cx="1087091" cy="45490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35AB1B-71E8-53DC-4FD5-AC75DF257515}"/>
                </a:ext>
              </a:extLst>
            </p:cNvPr>
            <p:cNvSpPr txBox="1"/>
            <p:nvPr/>
          </p:nvSpPr>
          <p:spPr>
            <a:xfrm>
              <a:off x="4136578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Port</a:t>
              </a:r>
            </a:p>
          </p:txBody>
        </p:sp>
        <p:sp>
          <p:nvSpPr>
            <p:cNvPr id="40" name="Rectangle: Rounded Corners 106">
              <a:extLst>
                <a:ext uri="{FF2B5EF4-FFF2-40B4-BE49-F238E27FC236}">
                  <a16:creationId xmlns:a16="http://schemas.microsoft.com/office/drawing/2014/main" id="{A0F33199-B30B-1524-FBB3-6FDC526DAA79}"/>
                </a:ext>
              </a:extLst>
            </p:cNvPr>
            <p:cNvSpPr/>
            <p:nvPr/>
          </p:nvSpPr>
          <p:spPr>
            <a:xfrm>
              <a:off x="4194702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0BDB6C-9C86-16E1-3BEA-3A8FA57E76DF}"/>
              </a:ext>
            </a:extLst>
          </p:cNvPr>
          <p:cNvGrpSpPr/>
          <p:nvPr/>
        </p:nvGrpSpPr>
        <p:grpSpPr>
          <a:xfrm>
            <a:off x="5352633" y="7508668"/>
            <a:ext cx="1097060" cy="454908"/>
            <a:chOff x="5406033" y="2374919"/>
            <a:chExt cx="1097060" cy="45490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E8BA94-7161-1957-AC46-C58F7CFD7845}"/>
                </a:ext>
              </a:extLst>
            </p:cNvPr>
            <p:cNvSpPr txBox="1"/>
            <p:nvPr/>
          </p:nvSpPr>
          <p:spPr>
            <a:xfrm>
              <a:off x="5406033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Username</a:t>
              </a:r>
            </a:p>
          </p:txBody>
        </p:sp>
        <p:sp>
          <p:nvSpPr>
            <p:cNvPr id="50" name="Rectangle: Rounded Corners 106">
              <a:extLst>
                <a:ext uri="{FF2B5EF4-FFF2-40B4-BE49-F238E27FC236}">
                  <a16:creationId xmlns:a16="http://schemas.microsoft.com/office/drawing/2014/main" id="{C19E77A8-079F-4A8F-3947-27A70168B2D9}"/>
                </a:ext>
              </a:extLst>
            </p:cNvPr>
            <p:cNvSpPr/>
            <p:nvPr/>
          </p:nvSpPr>
          <p:spPr>
            <a:xfrm>
              <a:off x="5474126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92B118-64A6-F06D-0F34-A1BA93C46FCD}"/>
              </a:ext>
            </a:extLst>
          </p:cNvPr>
          <p:cNvGrpSpPr/>
          <p:nvPr/>
        </p:nvGrpSpPr>
        <p:grpSpPr>
          <a:xfrm>
            <a:off x="6620556" y="7503248"/>
            <a:ext cx="1096369" cy="450349"/>
            <a:chOff x="6686148" y="2369499"/>
            <a:chExt cx="1096369" cy="45034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ED2DE9A-BA57-012F-CFC6-15F94B736905}"/>
                </a:ext>
              </a:extLst>
            </p:cNvPr>
            <p:cNvSpPr txBox="1"/>
            <p:nvPr/>
          </p:nvSpPr>
          <p:spPr>
            <a:xfrm>
              <a:off x="6686148" y="23694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Password</a:t>
              </a:r>
            </a:p>
          </p:txBody>
        </p:sp>
        <p:sp>
          <p:nvSpPr>
            <p:cNvPr id="56" name="Rectangle: Rounded Corners 106">
              <a:extLst>
                <a:ext uri="{FF2B5EF4-FFF2-40B4-BE49-F238E27FC236}">
                  <a16:creationId xmlns:a16="http://schemas.microsoft.com/office/drawing/2014/main" id="{2B7C24AB-4696-7C62-965B-AC410F5796E1}"/>
                </a:ext>
              </a:extLst>
            </p:cNvPr>
            <p:cNvSpPr/>
            <p:nvPr/>
          </p:nvSpPr>
          <p:spPr>
            <a:xfrm>
              <a:off x="6753550" y="2590296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4BF781D-DD70-CBEE-1D2E-E3583913777B}"/>
              </a:ext>
            </a:extLst>
          </p:cNvPr>
          <p:cNvSpPr txBox="1"/>
          <p:nvPr/>
        </p:nvSpPr>
        <p:spPr>
          <a:xfrm>
            <a:off x="1937093" y="7233702"/>
            <a:ext cx="1734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Onvif</a:t>
            </a:r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(ONVIF Profile G Specification )</a:t>
            </a:r>
            <a:endParaRPr lang="th-TH" sz="1100" dirty="0"/>
          </a:p>
        </p:txBody>
      </p:sp>
      <p:grpSp>
        <p:nvGrpSpPr>
          <p:cNvPr id="28" name="Group 69">
            <a:extLst>
              <a:ext uri="{FF2B5EF4-FFF2-40B4-BE49-F238E27FC236}">
                <a16:creationId xmlns:a16="http://schemas.microsoft.com/office/drawing/2014/main" id="{DD54A4B6-E7CC-A64D-B382-88EFA8224C2C}"/>
              </a:ext>
            </a:extLst>
          </p:cNvPr>
          <p:cNvGrpSpPr/>
          <p:nvPr/>
        </p:nvGrpSpPr>
        <p:grpSpPr>
          <a:xfrm>
            <a:off x="6539684" y="2074540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70">
              <a:extLst>
                <a:ext uri="{FF2B5EF4-FFF2-40B4-BE49-F238E27FC236}">
                  <a16:creationId xmlns:a16="http://schemas.microsoft.com/office/drawing/2014/main" id="{21855E06-EB83-B5AE-F99B-487E466EB20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TextBox 71">
              <a:extLst>
                <a:ext uri="{FF2B5EF4-FFF2-40B4-BE49-F238E27FC236}">
                  <a16:creationId xmlns:a16="http://schemas.microsoft.com/office/drawing/2014/main" id="{2E322A62-D149-9080-141F-AAD135BCE57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CCTV_NO</a:t>
              </a:r>
            </a:p>
          </p:txBody>
        </p:sp>
      </p:grp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88940E4F-8165-EB4B-4C70-81D2BD329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191292"/>
              </p:ext>
            </p:extLst>
          </p:nvPr>
        </p:nvGraphicFramePr>
        <p:xfrm>
          <a:off x="6626914" y="2527616"/>
          <a:ext cx="2133492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349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2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0692"/>
                  </a:ext>
                </a:extLst>
              </a:tr>
            </a:tbl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C86C0FB8-C879-0910-0F31-FB720FA6C8AC}"/>
              </a:ext>
            </a:extLst>
          </p:cNvPr>
          <p:cNvSpPr/>
          <p:nvPr/>
        </p:nvSpPr>
        <p:spPr>
          <a:xfrm>
            <a:off x="1792307" y="7269806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7" name="Rectangle: Rounded Corners 106">
            <a:extLst>
              <a:ext uri="{FF2B5EF4-FFF2-40B4-BE49-F238E27FC236}">
                <a16:creationId xmlns:a16="http://schemas.microsoft.com/office/drawing/2014/main" id="{946EC51B-6805-5EC8-A34A-FEC44B6E38D7}"/>
              </a:ext>
            </a:extLst>
          </p:cNvPr>
          <p:cNvSpPr/>
          <p:nvPr/>
        </p:nvSpPr>
        <p:spPr>
          <a:xfrm>
            <a:off x="1818563" y="2272357"/>
            <a:ext cx="2149889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solidFill>
                <a:prstClr val="black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8" name="TextBox 107">
            <a:extLst>
              <a:ext uri="{FF2B5EF4-FFF2-40B4-BE49-F238E27FC236}">
                <a16:creationId xmlns:a16="http://schemas.microsoft.com/office/drawing/2014/main" id="{8548687D-8694-EF76-F9F7-1CE4A189AAB9}"/>
              </a:ext>
            </a:extLst>
          </p:cNvPr>
          <p:cNvSpPr txBox="1"/>
          <p:nvPr/>
        </p:nvSpPr>
        <p:spPr>
          <a:xfrm>
            <a:off x="1730871" y="2074540"/>
            <a:ext cx="1259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StationID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95088D5A-7EAC-222E-E5DE-A219703B5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62396"/>
              </p:ext>
            </p:extLst>
          </p:nvPr>
        </p:nvGraphicFramePr>
        <p:xfrm>
          <a:off x="1832946" y="2531046"/>
          <a:ext cx="2135506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 –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สะพานพุทธ 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DeviceID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 –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กรมชลประทาน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DeviceID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23"/>
                  </a:ext>
                </a:extLst>
              </a:tr>
            </a:tbl>
          </a:graphicData>
        </a:graphic>
      </p:graphicFrame>
      <p:sp>
        <p:nvSpPr>
          <p:cNvPr id="16" name="Rectangle: Rounded Corners 6">
            <a:extLst>
              <a:ext uri="{FF2B5EF4-FFF2-40B4-BE49-F238E27FC236}">
                <a16:creationId xmlns:a16="http://schemas.microsoft.com/office/drawing/2014/main" id="{C0F8D209-2611-6D2D-8B1B-4F268D94F9EC}"/>
              </a:ext>
            </a:extLst>
          </p:cNvPr>
          <p:cNvSpPr/>
          <p:nvPr/>
        </p:nvSpPr>
        <p:spPr>
          <a:xfrm rot="16200000">
            <a:off x="2563723" y="7282779"/>
            <a:ext cx="567080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C0A59694-A2CB-C0B8-300C-CF688528D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08336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372DEBC-329A-905C-0E3F-98460F79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0449C5CA-8A0E-3010-3282-25D93E01D145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618667F-7EE5-98DE-28EC-485B549C4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FD47ACA1-0036-33B9-5680-87DF69F0A7B5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02A0870-730B-35A5-D087-BE155583AA55}"/>
              </a:ext>
            </a:extLst>
          </p:cNvPr>
          <p:cNvSpPr txBox="1"/>
          <p:nvPr/>
        </p:nvSpPr>
        <p:spPr>
          <a:xfrm>
            <a:off x="1879410" y="8724584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Upload JPG ( To Another server)</a:t>
            </a:r>
            <a:endParaRPr lang="th-TH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0B4681-C7D5-A417-8DFF-022A4C7504E7}"/>
              </a:ext>
            </a:extLst>
          </p:cNvPr>
          <p:cNvSpPr/>
          <p:nvPr/>
        </p:nvSpPr>
        <p:spPr>
          <a:xfrm>
            <a:off x="1734624" y="8760688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C86B78-99C9-9ED5-663D-EAD7E09B8581}"/>
              </a:ext>
            </a:extLst>
          </p:cNvPr>
          <p:cNvSpPr txBox="1"/>
          <p:nvPr/>
        </p:nvSpPr>
        <p:spPr>
          <a:xfrm>
            <a:off x="1718148" y="12119240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EAC644A8-7583-9CCA-6F8C-F360FD879E6C}"/>
              </a:ext>
            </a:extLst>
          </p:cNvPr>
          <p:cNvSpPr/>
          <p:nvPr/>
        </p:nvSpPr>
        <p:spPr>
          <a:xfrm>
            <a:off x="2730268" y="12175656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4" name="Table 54">
            <a:extLst>
              <a:ext uri="{FF2B5EF4-FFF2-40B4-BE49-F238E27FC236}">
                <a16:creationId xmlns:a16="http://schemas.microsoft.com/office/drawing/2014/main" id="{B33CBCF8-7790-4C89-0D0C-71987254E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82171"/>
              </p:ext>
            </p:extLst>
          </p:nvPr>
        </p:nvGraphicFramePr>
        <p:xfrm>
          <a:off x="2730268" y="12433711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EA9B2542-60E2-F46D-475E-9B797D16D209}"/>
              </a:ext>
            </a:extLst>
          </p:cNvPr>
          <p:cNvSpPr/>
          <p:nvPr/>
        </p:nvSpPr>
        <p:spPr>
          <a:xfrm rot="16200000">
            <a:off x="3826828" y="13099653"/>
            <a:ext cx="305160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DDB00F9-224F-6764-60FA-3D19634C9981}"/>
              </a:ext>
            </a:extLst>
          </p:cNvPr>
          <p:cNvSpPr txBox="1"/>
          <p:nvPr/>
        </p:nvSpPr>
        <p:spPr>
          <a:xfrm>
            <a:off x="1712677" y="13248393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BADF05-6814-1FFB-1AAA-71400DC5507D}"/>
              </a:ext>
            </a:extLst>
          </p:cNvPr>
          <p:cNvSpPr txBox="1"/>
          <p:nvPr/>
        </p:nvSpPr>
        <p:spPr>
          <a:xfrm>
            <a:off x="1721563" y="13530773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82" name="Rectangle: Rounded Corners 51">
            <a:extLst>
              <a:ext uri="{FF2B5EF4-FFF2-40B4-BE49-F238E27FC236}">
                <a16:creationId xmlns:a16="http://schemas.microsoft.com/office/drawing/2014/main" id="{661D9A40-1219-F038-C0E6-F0E222B5D17C}"/>
              </a:ext>
            </a:extLst>
          </p:cNvPr>
          <p:cNvSpPr/>
          <p:nvPr/>
        </p:nvSpPr>
        <p:spPr>
          <a:xfrm>
            <a:off x="2707392" y="13271664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3" name="Rectangle: Rounded Corners 51">
            <a:extLst>
              <a:ext uri="{FF2B5EF4-FFF2-40B4-BE49-F238E27FC236}">
                <a16:creationId xmlns:a16="http://schemas.microsoft.com/office/drawing/2014/main" id="{09444CF5-F8B6-30DC-561A-D4F84E6ADCF9}"/>
              </a:ext>
            </a:extLst>
          </p:cNvPr>
          <p:cNvSpPr/>
          <p:nvPr/>
        </p:nvSpPr>
        <p:spPr>
          <a:xfrm>
            <a:off x="2725350" y="13587019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16115-5853-978D-C7AC-7E4A08803841}"/>
              </a:ext>
            </a:extLst>
          </p:cNvPr>
          <p:cNvGrpSpPr/>
          <p:nvPr/>
        </p:nvGrpSpPr>
        <p:grpSpPr>
          <a:xfrm>
            <a:off x="4125290" y="2081657"/>
            <a:ext cx="2226041" cy="427369"/>
            <a:chOff x="4121278" y="2078240"/>
            <a:chExt cx="2226041" cy="427369"/>
          </a:xfrm>
        </p:grpSpPr>
        <p:sp>
          <p:nvSpPr>
            <p:cNvPr id="84" name="Rectangle: Rounded Corners 70">
              <a:extLst>
                <a:ext uri="{FF2B5EF4-FFF2-40B4-BE49-F238E27FC236}">
                  <a16:creationId xmlns:a16="http://schemas.microsoft.com/office/drawing/2014/main" id="{F0D8EE7E-43DC-0E9F-A6CC-45F4C21B64C7}"/>
                </a:ext>
              </a:extLst>
            </p:cNvPr>
            <p:cNvSpPr/>
            <p:nvPr/>
          </p:nvSpPr>
          <p:spPr>
            <a:xfrm>
              <a:off x="4195321" y="2276057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5" name="TextBox 71">
              <a:extLst>
                <a:ext uri="{FF2B5EF4-FFF2-40B4-BE49-F238E27FC236}">
                  <a16:creationId xmlns:a16="http://schemas.microsoft.com/office/drawing/2014/main" id="{7EBFA41C-EFA4-C97E-8C5E-032644C6E440}"/>
                </a:ext>
              </a:extLst>
            </p:cNvPr>
            <p:cNvSpPr txBox="1"/>
            <p:nvPr/>
          </p:nvSpPr>
          <p:spPr>
            <a:xfrm>
              <a:off x="4121278" y="2078240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Camera_Type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BC042D97-2E21-EBB3-4423-1A855C679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267045"/>
              </p:ext>
            </p:extLst>
          </p:nvPr>
        </p:nvGraphicFramePr>
        <p:xfrm>
          <a:off x="4212520" y="2534733"/>
          <a:ext cx="2133492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349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2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Overview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Security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0692"/>
                  </a:ext>
                </a:extLst>
              </a:tr>
            </a:tbl>
          </a:graphicData>
        </a:graphic>
      </p:graphicFrame>
      <p:grpSp>
        <p:nvGrpSpPr>
          <p:cNvPr id="88" name="Group 87">
            <a:extLst>
              <a:ext uri="{FF2B5EF4-FFF2-40B4-BE49-F238E27FC236}">
                <a16:creationId xmlns:a16="http://schemas.microsoft.com/office/drawing/2014/main" id="{17D23DCD-B73F-141A-7613-B70F8E58DE90}"/>
              </a:ext>
            </a:extLst>
          </p:cNvPr>
          <p:cNvGrpSpPr/>
          <p:nvPr/>
        </p:nvGrpSpPr>
        <p:grpSpPr>
          <a:xfrm>
            <a:off x="1730871" y="3588416"/>
            <a:ext cx="2237581" cy="427369"/>
            <a:chOff x="4179617" y="2074810"/>
            <a:chExt cx="2237581" cy="427369"/>
          </a:xfrm>
        </p:grpSpPr>
        <p:sp>
          <p:nvSpPr>
            <p:cNvPr id="89" name="Rectangle: Rounded Corners 106">
              <a:extLst>
                <a:ext uri="{FF2B5EF4-FFF2-40B4-BE49-F238E27FC236}">
                  <a16:creationId xmlns:a16="http://schemas.microsoft.com/office/drawing/2014/main" id="{B514B30A-608E-9913-FE47-AA3A8526495B}"/>
                </a:ext>
              </a:extLst>
            </p:cNvPr>
            <p:cNvSpPr/>
            <p:nvPr/>
          </p:nvSpPr>
          <p:spPr>
            <a:xfrm>
              <a:off x="4267309" y="2272627"/>
              <a:ext cx="2149889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0" name="TextBox 107">
              <a:extLst>
                <a:ext uri="{FF2B5EF4-FFF2-40B4-BE49-F238E27FC236}">
                  <a16:creationId xmlns:a16="http://schemas.microsoft.com/office/drawing/2014/main" id="{7103255F-35E7-EA7B-2E4D-96ADB2CEFE90}"/>
                </a:ext>
              </a:extLst>
            </p:cNvPr>
            <p:cNvSpPr txBox="1"/>
            <p:nvPr/>
          </p:nvSpPr>
          <p:spPr>
            <a:xfrm>
              <a:off x="4179617" y="2074810"/>
              <a:ext cx="12597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Camera_Source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022449F1-D087-E106-0C5F-CFB541B06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499650"/>
              </p:ext>
            </p:extLst>
          </p:nvPr>
        </p:nvGraphicFramePr>
        <p:xfrm>
          <a:off x="1832946" y="4044922"/>
          <a:ext cx="2135506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FTP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RTSP ( Real-Time Streaming Protocol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23"/>
                  </a:ext>
                </a:extLst>
              </a:tr>
            </a:tbl>
          </a:graphicData>
        </a:graphic>
      </p:graphicFrame>
      <p:graphicFrame>
        <p:nvGraphicFramePr>
          <p:cNvPr id="95" name="Table 6">
            <a:extLst>
              <a:ext uri="{FF2B5EF4-FFF2-40B4-BE49-F238E27FC236}">
                <a16:creationId xmlns:a16="http://schemas.microsoft.com/office/drawing/2014/main" id="{2E41B44C-24C6-1D82-33CC-AEBCA40EA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826505"/>
              </p:ext>
            </p:extLst>
          </p:nvPr>
        </p:nvGraphicFramePr>
        <p:xfrm>
          <a:off x="4025225" y="976315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96" name="Group 41">
            <a:extLst>
              <a:ext uri="{FF2B5EF4-FFF2-40B4-BE49-F238E27FC236}">
                <a16:creationId xmlns:a16="http://schemas.microsoft.com/office/drawing/2014/main" id="{1ADC1BEF-3DFE-9029-8FE5-2BD1D5850AB2}"/>
              </a:ext>
            </a:extLst>
          </p:cNvPr>
          <p:cNvGrpSpPr/>
          <p:nvPr/>
        </p:nvGrpSpPr>
        <p:grpSpPr>
          <a:xfrm>
            <a:off x="3946263" y="9324698"/>
            <a:ext cx="2226041" cy="427369"/>
            <a:chOff x="53186" y="448089"/>
            <a:chExt cx="4465099" cy="427369"/>
          </a:xfrm>
        </p:grpSpPr>
        <p:sp>
          <p:nvSpPr>
            <p:cNvPr id="97" name="Rectangle: Rounded Corners 42">
              <a:extLst>
                <a:ext uri="{FF2B5EF4-FFF2-40B4-BE49-F238E27FC236}">
                  <a16:creationId xmlns:a16="http://schemas.microsoft.com/office/drawing/2014/main" id="{B65D1779-1B6A-0958-DC3A-2F265ECAAE1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8" name="TextBox 43">
              <a:extLst>
                <a:ext uri="{FF2B5EF4-FFF2-40B4-BE49-F238E27FC236}">
                  <a16:creationId xmlns:a16="http://schemas.microsoft.com/office/drawing/2014/main" id="{687B9D72-0FEC-DC92-7CE1-A3BE92995BF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Connection Mode</a:t>
              </a: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636E5AB1-2548-45D3-C77F-3926E4F2913E}"/>
              </a:ext>
            </a:extLst>
          </p:cNvPr>
          <p:cNvGrpSpPr/>
          <p:nvPr/>
        </p:nvGrpSpPr>
        <p:grpSpPr>
          <a:xfrm>
            <a:off x="6352548" y="9319822"/>
            <a:ext cx="2226041" cy="427369"/>
            <a:chOff x="53186" y="448089"/>
            <a:chExt cx="4465099" cy="427369"/>
          </a:xfrm>
        </p:grpSpPr>
        <p:sp>
          <p:nvSpPr>
            <p:cNvPr id="100" name="Rectangle: Rounded Corners 45">
              <a:extLst>
                <a:ext uri="{FF2B5EF4-FFF2-40B4-BE49-F238E27FC236}">
                  <a16:creationId xmlns:a16="http://schemas.microsoft.com/office/drawing/2014/main" id="{E3E389C2-BE15-BDA2-449D-72C989A05F8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1" name="TextBox 46">
              <a:extLst>
                <a:ext uri="{FF2B5EF4-FFF2-40B4-BE49-F238E27FC236}">
                  <a16:creationId xmlns:a16="http://schemas.microsoft.com/office/drawing/2014/main" id="{CB9D47A2-355E-CA30-FAF8-B4608FBDF83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102" name="Group 47">
            <a:extLst>
              <a:ext uri="{FF2B5EF4-FFF2-40B4-BE49-F238E27FC236}">
                <a16:creationId xmlns:a16="http://schemas.microsoft.com/office/drawing/2014/main" id="{D349FA17-9B03-C6A8-2E07-24088B8A2660}"/>
              </a:ext>
            </a:extLst>
          </p:cNvPr>
          <p:cNvGrpSpPr/>
          <p:nvPr/>
        </p:nvGrpSpPr>
        <p:grpSpPr>
          <a:xfrm>
            <a:off x="3946263" y="10572620"/>
            <a:ext cx="2226041" cy="427369"/>
            <a:chOff x="53186" y="448089"/>
            <a:chExt cx="4465099" cy="427369"/>
          </a:xfrm>
        </p:grpSpPr>
        <p:sp>
          <p:nvSpPr>
            <p:cNvPr id="103" name="Rectangle: Rounded Corners 48">
              <a:extLst>
                <a:ext uri="{FF2B5EF4-FFF2-40B4-BE49-F238E27FC236}">
                  <a16:creationId xmlns:a16="http://schemas.microsoft.com/office/drawing/2014/main" id="{DA7AE990-EB3A-C3CB-2002-845D8167906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4" name="TextBox 49">
              <a:extLst>
                <a:ext uri="{FF2B5EF4-FFF2-40B4-BE49-F238E27FC236}">
                  <a16:creationId xmlns:a16="http://schemas.microsoft.com/office/drawing/2014/main" id="{C8652920-13BF-E446-FE0F-BEB7D2EAC4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105" name="Group 50">
            <a:extLst>
              <a:ext uri="{FF2B5EF4-FFF2-40B4-BE49-F238E27FC236}">
                <a16:creationId xmlns:a16="http://schemas.microsoft.com/office/drawing/2014/main" id="{D8F8C033-44E3-C0B4-7D14-FB7CB53079AA}"/>
              </a:ext>
            </a:extLst>
          </p:cNvPr>
          <p:cNvGrpSpPr/>
          <p:nvPr/>
        </p:nvGrpSpPr>
        <p:grpSpPr>
          <a:xfrm>
            <a:off x="6312310" y="10614514"/>
            <a:ext cx="2226041" cy="427369"/>
            <a:chOff x="53186" y="448089"/>
            <a:chExt cx="4465099" cy="427369"/>
          </a:xfrm>
        </p:grpSpPr>
        <p:sp>
          <p:nvSpPr>
            <p:cNvPr id="109" name="Rectangle: Rounded Corners 51">
              <a:extLst>
                <a:ext uri="{FF2B5EF4-FFF2-40B4-BE49-F238E27FC236}">
                  <a16:creationId xmlns:a16="http://schemas.microsoft.com/office/drawing/2014/main" id="{FB070CBB-B228-B867-D1B1-FACF966CB69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0" name="TextBox 53">
              <a:extLst>
                <a:ext uri="{FF2B5EF4-FFF2-40B4-BE49-F238E27FC236}">
                  <a16:creationId xmlns:a16="http://schemas.microsoft.com/office/drawing/2014/main" id="{84462A00-2D7C-8F64-072E-3A97CE0643D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111" name="Table 54">
            <a:extLst>
              <a:ext uri="{FF2B5EF4-FFF2-40B4-BE49-F238E27FC236}">
                <a16:creationId xmlns:a16="http://schemas.microsoft.com/office/drawing/2014/main" id="{94C100EF-3CB4-BFF4-6437-CABB1F0A6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920504"/>
              </p:ext>
            </p:extLst>
          </p:nvPr>
        </p:nvGraphicFramePr>
        <p:xfrm>
          <a:off x="6386353" y="11062766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112" name="Table 55">
            <a:extLst>
              <a:ext uri="{FF2B5EF4-FFF2-40B4-BE49-F238E27FC236}">
                <a16:creationId xmlns:a16="http://schemas.microsoft.com/office/drawing/2014/main" id="{C8FB12E0-D3A2-0418-7CF4-F98FD1FA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634866"/>
              </p:ext>
            </p:extLst>
          </p:nvPr>
        </p:nvGraphicFramePr>
        <p:xfrm>
          <a:off x="6417234" y="976315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113" name="Table 56">
            <a:extLst>
              <a:ext uri="{FF2B5EF4-FFF2-40B4-BE49-F238E27FC236}">
                <a16:creationId xmlns:a16="http://schemas.microsoft.com/office/drawing/2014/main" id="{7C2D1FAF-E490-834E-1AFA-703B3CADC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19821"/>
              </p:ext>
            </p:extLst>
          </p:nvPr>
        </p:nvGraphicFramePr>
        <p:xfrm>
          <a:off x="4016277" y="11029219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114" name="Group 69">
            <a:extLst>
              <a:ext uri="{FF2B5EF4-FFF2-40B4-BE49-F238E27FC236}">
                <a16:creationId xmlns:a16="http://schemas.microsoft.com/office/drawing/2014/main" id="{228F15CB-9099-B994-02F5-94272BBCA93C}"/>
              </a:ext>
            </a:extLst>
          </p:cNvPr>
          <p:cNvGrpSpPr/>
          <p:nvPr/>
        </p:nvGrpSpPr>
        <p:grpSpPr>
          <a:xfrm>
            <a:off x="1664162" y="9331119"/>
            <a:ext cx="2226041" cy="427369"/>
            <a:chOff x="53186" y="448089"/>
            <a:chExt cx="4465099" cy="427369"/>
          </a:xfrm>
        </p:grpSpPr>
        <p:sp>
          <p:nvSpPr>
            <p:cNvPr id="115" name="Rectangle: Rounded Corners 70">
              <a:extLst>
                <a:ext uri="{FF2B5EF4-FFF2-40B4-BE49-F238E27FC236}">
                  <a16:creationId xmlns:a16="http://schemas.microsoft.com/office/drawing/2014/main" id="{F2C45A6B-E47A-E83D-AD1D-38C58C64E17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6" name="TextBox 71">
              <a:extLst>
                <a:ext uri="{FF2B5EF4-FFF2-40B4-BE49-F238E27FC236}">
                  <a16:creationId xmlns:a16="http://schemas.microsoft.com/office/drawing/2014/main" id="{C2848CA4-9415-2C47-B4D1-928625B3AD6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IP Address</a:t>
              </a:r>
            </a:p>
          </p:txBody>
        </p:sp>
      </p:grpSp>
      <p:grpSp>
        <p:nvGrpSpPr>
          <p:cNvPr id="117" name="Group 72">
            <a:extLst>
              <a:ext uri="{FF2B5EF4-FFF2-40B4-BE49-F238E27FC236}">
                <a16:creationId xmlns:a16="http://schemas.microsoft.com/office/drawing/2014/main" id="{F1245E91-B9FE-B7BF-2273-4EEB0C8B62D9}"/>
              </a:ext>
            </a:extLst>
          </p:cNvPr>
          <p:cNvGrpSpPr/>
          <p:nvPr/>
        </p:nvGrpSpPr>
        <p:grpSpPr>
          <a:xfrm>
            <a:off x="1664162" y="9751748"/>
            <a:ext cx="2226041" cy="427369"/>
            <a:chOff x="53186" y="448089"/>
            <a:chExt cx="4465099" cy="427369"/>
          </a:xfrm>
        </p:grpSpPr>
        <p:sp>
          <p:nvSpPr>
            <p:cNvPr id="118" name="Rectangle: Rounded Corners 73">
              <a:extLst>
                <a:ext uri="{FF2B5EF4-FFF2-40B4-BE49-F238E27FC236}">
                  <a16:creationId xmlns:a16="http://schemas.microsoft.com/office/drawing/2014/main" id="{4EACF9AE-6B5D-6C66-53D4-07C776D81CF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9" name="TextBox 74">
              <a:extLst>
                <a:ext uri="{FF2B5EF4-FFF2-40B4-BE49-F238E27FC236}">
                  <a16:creationId xmlns:a16="http://schemas.microsoft.com/office/drawing/2014/main" id="{74C4EA4E-6649-61CC-0DAE-41C3C4D95BD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120" name="Group 75">
            <a:extLst>
              <a:ext uri="{FF2B5EF4-FFF2-40B4-BE49-F238E27FC236}">
                <a16:creationId xmlns:a16="http://schemas.microsoft.com/office/drawing/2014/main" id="{78D3D1E2-5BBF-0C99-BBF0-9A46D1605634}"/>
              </a:ext>
            </a:extLst>
          </p:cNvPr>
          <p:cNvGrpSpPr/>
          <p:nvPr/>
        </p:nvGrpSpPr>
        <p:grpSpPr>
          <a:xfrm>
            <a:off x="1664162" y="10184896"/>
            <a:ext cx="2226041" cy="427369"/>
            <a:chOff x="53186" y="448089"/>
            <a:chExt cx="4465099" cy="427369"/>
          </a:xfrm>
        </p:grpSpPr>
        <p:sp>
          <p:nvSpPr>
            <p:cNvPr id="121" name="Rectangle: Rounded Corners 76">
              <a:extLst>
                <a:ext uri="{FF2B5EF4-FFF2-40B4-BE49-F238E27FC236}">
                  <a16:creationId xmlns:a16="http://schemas.microsoft.com/office/drawing/2014/main" id="{868E2F72-846D-11B4-9FB5-3F0425D86C6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2" name="TextBox 77">
              <a:extLst>
                <a:ext uri="{FF2B5EF4-FFF2-40B4-BE49-F238E27FC236}">
                  <a16:creationId xmlns:a16="http://schemas.microsoft.com/office/drawing/2014/main" id="{909A7630-E1EB-BECB-EC7B-0B67F27FDFB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123" name="Group 78">
            <a:extLst>
              <a:ext uri="{FF2B5EF4-FFF2-40B4-BE49-F238E27FC236}">
                <a16:creationId xmlns:a16="http://schemas.microsoft.com/office/drawing/2014/main" id="{199350F3-835E-28BE-D753-6C0BC4314089}"/>
              </a:ext>
            </a:extLst>
          </p:cNvPr>
          <p:cNvGrpSpPr/>
          <p:nvPr/>
        </p:nvGrpSpPr>
        <p:grpSpPr>
          <a:xfrm>
            <a:off x="1664162" y="10632883"/>
            <a:ext cx="2226041" cy="427369"/>
            <a:chOff x="53186" y="448089"/>
            <a:chExt cx="4465099" cy="427369"/>
          </a:xfrm>
        </p:grpSpPr>
        <p:sp>
          <p:nvSpPr>
            <p:cNvPr id="124" name="Rectangle: Rounded Corners 79">
              <a:extLst>
                <a:ext uri="{FF2B5EF4-FFF2-40B4-BE49-F238E27FC236}">
                  <a16:creationId xmlns:a16="http://schemas.microsoft.com/office/drawing/2014/main" id="{91094047-41CF-6A63-329F-6F323B62D88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5" name="TextBox 80">
              <a:extLst>
                <a:ext uri="{FF2B5EF4-FFF2-40B4-BE49-F238E27FC236}">
                  <a16:creationId xmlns:a16="http://schemas.microsoft.com/office/drawing/2014/main" id="{EFA1D260-4E73-603C-51D7-6357B632C14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126" name="Group 81">
            <a:extLst>
              <a:ext uri="{FF2B5EF4-FFF2-40B4-BE49-F238E27FC236}">
                <a16:creationId xmlns:a16="http://schemas.microsoft.com/office/drawing/2014/main" id="{807866E8-7B9B-43DA-9CCE-3F1ABD25F935}"/>
              </a:ext>
            </a:extLst>
          </p:cNvPr>
          <p:cNvGrpSpPr/>
          <p:nvPr/>
        </p:nvGrpSpPr>
        <p:grpSpPr>
          <a:xfrm>
            <a:off x="1673534" y="11048591"/>
            <a:ext cx="2226041" cy="427369"/>
            <a:chOff x="53186" y="448089"/>
            <a:chExt cx="4465099" cy="427369"/>
          </a:xfrm>
        </p:grpSpPr>
        <p:sp>
          <p:nvSpPr>
            <p:cNvPr id="127" name="Rectangle: Rounded Corners 82">
              <a:extLst>
                <a:ext uri="{FF2B5EF4-FFF2-40B4-BE49-F238E27FC236}">
                  <a16:creationId xmlns:a16="http://schemas.microsoft.com/office/drawing/2014/main" id="{5681E491-F5A7-CB52-A3C1-2F7609762A5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8" name="TextBox 83">
              <a:extLst>
                <a:ext uri="{FF2B5EF4-FFF2-40B4-BE49-F238E27FC236}">
                  <a16:creationId xmlns:a16="http://schemas.microsoft.com/office/drawing/2014/main" id="{35D36F59-E2F7-D5BB-6DB6-70B4B8A4FA5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594E191-F00E-43A9-1AC3-ABB4F6BEA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226" y="2001799"/>
            <a:ext cx="5937197" cy="3299831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7F8921D-614D-7D9D-9288-3F0CD3E8A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041073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0770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4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94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EFBAD-B706-1804-0635-CA67A986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549B587-C148-8DFD-1BEB-289C35192563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f-ZA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SamplingID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(55)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92A760-9B1A-53CB-43B5-3EE1380DA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62249"/>
              </p:ext>
            </p:extLst>
          </p:nvPr>
        </p:nvGraphicFramePr>
        <p:xfrm>
          <a:off x="1624682" y="1995047"/>
          <a:ext cx="751931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75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94315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193852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1141061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83449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BB5DCE01-4736-7B26-CF94-8559DF0E8A37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1940B3-9FEE-65E3-F8DD-7D4CB61A0D3E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2726E2-A03D-8986-7E12-C65467B1BC52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1CECAC-1C1C-C7EE-05C3-AD5E05029575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DCE1C6-996E-D16B-565A-4B082FD842C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FB36DA-B327-859D-6C39-F8159AF58CD8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26357C-2F50-91A4-C5C3-ABEDD90D1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272736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8890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6219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03508E-A03D-B131-E43C-60810029F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063500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BB80CC7-5A6B-A85B-2FB2-49D5D14EC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4DC120B-2552-4B44-B072-F090854C363C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4F9A923-FD11-2205-7D64-BDA54F089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AB8FAF0E-6D64-DCF1-2F08-4849696812A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618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46874-3C67-2795-4CB2-F33E3060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7A7AE90-C558-661A-8CBF-A94EA1490D81}"/>
              </a:ext>
            </a:extLst>
          </p:cNvPr>
          <p:cNvSpPr/>
          <p:nvPr/>
        </p:nvSpPr>
        <p:spPr>
          <a:xfrm rot="16200000">
            <a:off x="5150625" y="3483107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7D0877A2-43F8-39EE-7B25-98BB769B7033}"/>
              </a:ext>
            </a:extLst>
          </p:cNvPr>
          <p:cNvSpPr/>
          <p:nvPr/>
        </p:nvSpPr>
        <p:spPr>
          <a:xfrm rot="16200000">
            <a:off x="2424124" y="131255"/>
            <a:ext cx="594999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BA859DD8-DFEE-1520-6DAB-ADDBCEADC072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f-ZA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SamplingID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0BACB9-F157-2D22-E8FA-2B0DB93213E1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303F4AB-CB55-53D2-000C-A78300BB60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FE1D0BD-C86B-6D56-0D94-56AE8696264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4FA7FFF-0691-09CC-6AFA-5AEEB0D62A6E}"/>
              </a:ext>
            </a:extLst>
          </p:cNvPr>
          <p:cNvGrpSpPr/>
          <p:nvPr/>
        </p:nvGrpSpPr>
        <p:grpSpPr>
          <a:xfrm>
            <a:off x="1741791" y="7118943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4F0B90EA-4913-D862-BB7E-BDDEC3B7723A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625C58F-F1FF-4103-9C0E-F28BC432ED40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aphicFrame>
        <p:nvGraphicFramePr>
          <p:cNvPr id="33" name="Table 2">
            <a:extLst>
              <a:ext uri="{FF2B5EF4-FFF2-40B4-BE49-F238E27FC236}">
                <a16:creationId xmlns:a16="http://schemas.microsoft.com/office/drawing/2014/main" id="{50530EB7-F947-0021-A0BC-98DFF8444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27878"/>
              </p:ext>
            </p:extLst>
          </p:nvPr>
        </p:nvGraphicFramePr>
        <p:xfrm>
          <a:off x="1729920" y="1399642"/>
          <a:ext cx="1809287" cy="53886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9291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52257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419259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x-axis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174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232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2813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5506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207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2916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grpSp>
        <p:nvGrpSpPr>
          <p:cNvPr id="36" name="Group 105">
            <a:extLst>
              <a:ext uri="{FF2B5EF4-FFF2-40B4-BE49-F238E27FC236}">
                <a16:creationId xmlns:a16="http://schemas.microsoft.com/office/drawing/2014/main" id="{D0557B0A-2FE4-D2F4-BF45-3AE578C7C548}"/>
              </a:ext>
            </a:extLst>
          </p:cNvPr>
          <p:cNvGrpSpPr/>
          <p:nvPr/>
        </p:nvGrpSpPr>
        <p:grpSpPr>
          <a:xfrm>
            <a:off x="3961119" y="1696965"/>
            <a:ext cx="2226041" cy="427369"/>
            <a:chOff x="53186" y="448089"/>
            <a:chExt cx="4465099" cy="427369"/>
          </a:xfrm>
        </p:grpSpPr>
        <p:sp>
          <p:nvSpPr>
            <p:cNvPr id="38" name="Rectangle: Rounded Corners 106">
              <a:extLst>
                <a:ext uri="{FF2B5EF4-FFF2-40B4-BE49-F238E27FC236}">
                  <a16:creationId xmlns:a16="http://schemas.microsoft.com/office/drawing/2014/main" id="{7EEDEEC7-D1A3-FF09-012E-0A8E7A70873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107">
              <a:extLst>
                <a:ext uri="{FF2B5EF4-FFF2-40B4-BE49-F238E27FC236}">
                  <a16:creationId xmlns:a16="http://schemas.microsoft.com/office/drawing/2014/main" id="{7F527CD2-AEE4-DB98-70D8-2CA30DD5F3E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 Name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16D075E-23A2-6A25-5C51-6780589E52C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D80B72-D908-92F5-4761-4C5EBE6EEE3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64D314-D57D-2F41-D456-E5ECAE815494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1188746-80F7-DA8B-B545-B716EC2A6F1E}"/>
              </a:ext>
            </a:extLst>
          </p:cNvPr>
          <p:cNvGrpSpPr/>
          <p:nvPr/>
        </p:nvGrpSpPr>
        <p:grpSpPr>
          <a:xfrm>
            <a:off x="3961119" y="1314469"/>
            <a:ext cx="2226041" cy="427369"/>
            <a:chOff x="53186" y="448089"/>
            <a:chExt cx="4465099" cy="42736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F427466-2D75-506F-5320-54B9BADE59D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64980F-853F-0421-856A-B0E8FCA01EA9}"/>
                </a:ext>
              </a:extLst>
            </p:cNvPr>
            <p:cNvSpPr txBox="1"/>
            <p:nvPr/>
          </p:nvSpPr>
          <p:spPr>
            <a:xfrm>
              <a:off x="53186" y="448089"/>
              <a:ext cx="25980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วันที่สร้าง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(Creation Date)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CA79A9-32CB-188E-30F8-D23418599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7935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C0BDA50-8A12-2399-A567-5854C27A5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FFE7902-597E-62F6-D182-4677D030720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BEB6F5C-4147-B45A-6FEB-7947C5308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2567008-C6EB-7D6F-5775-ED6A0AE6524A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F88395-93D9-ABA7-6944-5BC2654AC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926770"/>
              </p:ext>
            </p:extLst>
          </p:nvPr>
        </p:nvGraphicFramePr>
        <p:xfrm>
          <a:off x="-5080" y="542630"/>
          <a:ext cx="1515962" cy="38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8890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62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77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File Transfer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044486"/>
              </p:ext>
            </p:extLst>
          </p:nvPr>
        </p:nvGraphicFramePr>
        <p:xfrm>
          <a:off x="1628316" y="2004907"/>
          <a:ext cx="7507897" cy="2849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997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042560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04256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963976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651580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59724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FileTransferID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111.111.111.114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111.111.111.117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49E0CA05-B39E-3065-EA1A-65026C8A5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997207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9967FE-94B4-4FD6-0F9E-33078F3C1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31045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1340AF8-D417-99D3-77DE-49D25D792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4272E9B-8F64-8184-6856-943F3CE11B7F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A31630-4819-33BC-BFF4-1AF125192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ABDD6932-2E6A-B315-9C3A-84141D70AC6E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393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File Transfer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579987" y="1958850"/>
            <a:ext cx="9597822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D4F2DE1B-8308-39BA-EEBF-09BF030551DF}"/>
              </a:ext>
            </a:extLst>
          </p:cNvPr>
          <p:cNvGraphicFramePr>
            <a:graphicFrameLocks noGrp="1"/>
          </p:cNvGraphicFramePr>
          <p:nvPr/>
        </p:nvGraphicFramePr>
        <p:xfrm>
          <a:off x="4015847" y="1832846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13" name="Group 41">
            <a:extLst>
              <a:ext uri="{FF2B5EF4-FFF2-40B4-BE49-F238E27FC236}">
                <a16:creationId xmlns:a16="http://schemas.microsoft.com/office/drawing/2014/main" id="{791411AF-A1DB-203A-B39C-63C5DBC89673}"/>
              </a:ext>
            </a:extLst>
          </p:cNvPr>
          <p:cNvGrpSpPr/>
          <p:nvPr/>
        </p:nvGrpSpPr>
        <p:grpSpPr>
          <a:xfrm>
            <a:off x="3936885" y="1394386"/>
            <a:ext cx="2226041" cy="427369"/>
            <a:chOff x="53186" y="448089"/>
            <a:chExt cx="4465099" cy="427369"/>
          </a:xfrm>
        </p:grpSpPr>
        <p:sp>
          <p:nvSpPr>
            <p:cNvPr id="14" name="Rectangle: Rounded Corners 42">
              <a:extLst>
                <a:ext uri="{FF2B5EF4-FFF2-40B4-BE49-F238E27FC236}">
                  <a16:creationId xmlns:a16="http://schemas.microsoft.com/office/drawing/2014/main" id="{B8F83C37-551F-6CD9-7B06-6642B68FDF6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A59E2317-C435-4C74-DBE6-6F19557C94A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Passive</a:t>
              </a:r>
            </a:p>
          </p:txBody>
        </p:sp>
      </p:grpSp>
      <p:grpSp>
        <p:nvGrpSpPr>
          <p:cNvPr id="16" name="Group 44">
            <a:extLst>
              <a:ext uri="{FF2B5EF4-FFF2-40B4-BE49-F238E27FC236}">
                <a16:creationId xmlns:a16="http://schemas.microsoft.com/office/drawing/2014/main" id="{CB2728DA-BEA2-E9C4-09A2-E422FB6D82EF}"/>
              </a:ext>
            </a:extLst>
          </p:cNvPr>
          <p:cNvGrpSpPr/>
          <p:nvPr/>
        </p:nvGrpSpPr>
        <p:grpSpPr>
          <a:xfrm>
            <a:off x="6206010" y="1389510"/>
            <a:ext cx="2226041" cy="427369"/>
            <a:chOff x="53186" y="448089"/>
            <a:chExt cx="4465099" cy="427369"/>
          </a:xfrm>
        </p:grpSpPr>
        <p:sp>
          <p:nvSpPr>
            <p:cNvPr id="25" name="Rectangle: Rounded Corners 45">
              <a:extLst>
                <a:ext uri="{FF2B5EF4-FFF2-40B4-BE49-F238E27FC236}">
                  <a16:creationId xmlns:a16="http://schemas.microsoft.com/office/drawing/2014/main" id="{98499E83-ED94-07FD-1C69-4A3B90A906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46">
              <a:extLst>
                <a:ext uri="{FF2B5EF4-FFF2-40B4-BE49-F238E27FC236}">
                  <a16:creationId xmlns:a16="http://schemas.microsoft.com/office/drawing/2014/main" id="{FEDE9B3F-8AD6-76AF-8A58-310565BC621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28" name="Group 47">
            <a:extLst>
              <a:ext uri="{FF2B5EF4-FFF2-40B4-BE49-F238E27FC236}">
                <a16:creationId xmlns:a16="http://schemas.microsoft.com/office/drawing/2014/main" id="{8A277084-D468-5E75-B212-0D32D737A4AF}"/>
              </a:ext>
            </a:extLst>
          </p:cNvPr>
          <p:cNvGrpSpPr/>
          <p:nvPr/>
        </p:nvGrpSpPr>
        <p:grpSpPr>
          <a:xfrm>
            <a:off x="3936885" y="2642308"/>
            <a:ext cx="2226041" cy="427369"/>
            <a:chOff x="53186" y="448089"/>
            <a:chExt cx="4465099" cy="427369"/>
          </a:xfrm>
        </p:grpSpPr>
        <p:sp>
          <p:nvSpPr>
            <p:cNvPr id="29" name="Rectangle: Rounded Corners 48">
              <a:extLst>
                <a:ext uri="{FF2B5EF4-FFF2-40B4-BE49-F238E27FC236}">
                  <a16:creationId xmlns:a16="http://schemas.microsoft.com/office/drawing/2014/main" id="{C3FB9C1F-5719-5416-9C24-696992FC900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TextBox 49">
              <a:extLst>
                <a:ext uri="{FF2B5EF4-FFF2-40B4-BE49-F238E27FC236}">
                  <a16:creationId xmlns:a16="http://schemas.microsoft.com/office/drawing/2014/main" id="{CD46220D-968D-E7C1-7D05-CC201F11BE9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32" name="Group 50">
            <a:extLst>
              <a:ext uri="{FF2B5EF4-FFF2-40B4-BE49-F238E27FC236}">
                <a16:creationId xmlns:a16="http://schemas.microsoft.com/office/drawing/2014/main" id="{604B0256-5336-6AAA-567C-7BFC60746440}"/>
              </a:ext>
            </a:extLst>
          </p:cNvPr>
          <p:cNvGrpSpPr/>
          <p:nvPr/>
        </p:nvGrpSpPr>
        <p:grpSpPr>
          <a:xfrm>
            <a:off x="6206010" y="2626025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51">
              <a:extLst>
                <a:ext uri="{FF2B5EF4-FFF2-40B4-BE49-F238E27FC236}">
                  <a16:creationId xmlns:a16="http://schemas.microsoft.com/office/drawing/2014/main" id="{D2205FD7-E07B-806A-741A-E9DED41714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4" name="TextBox 53">
              <a:extLst>
                <a:ext uri="{FF2B5EF4-FFF2-40B4-BE49-F238E27FC236}">
                  <a16:creationId xmlns:a16="http://schemas.microsoft.com/office/drawing/2014/main" id="{2D07FF63-A4F3-2D5C-BACB-2F8E9D6B763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35" name="Table 54">
            <a:extLst>
              <a:ext uri="{FF2B5EF4-FFF2-40B4-BE49-F238E27FC236}">
                <a16:creationId xmlns:a16="http://schemas.microsoft.com/office/drawing/2014/main" id="{5FE6E2C3-B1A3-6DF7-5AA2-4FC0FE4FF780}"/>
              </a:ext>
            </a:extLst>
          </p:cNvPr>
          <p:cNvGraphicFramePr>
            <a:graphicFrameLocks noGrp="1"/>
          </p:cNvGraphicFramePr>
          <p:nvPr/>
        </p:nvGraphicFramePr>
        <p:xfrm>
          <a:off x="6280053" y="3081897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36" name="Table 55">
            <a:extLst>
              <a:ext uri="{FF2B5EF4-FFF2-40B4-BE49-F238E27FC236}">
                <a16:creationId xmlns:a16="http://schemas.microsoft.com/office/drawing/2014/main" id="{D3EEFD5B-1B8F-23D3-5104-F1B1129E5A30}"/>
              </a:ext>
            </a:extLst>
          </p:cNvPr>
          <p:cNvGraphicFramePr>
            <a:graphicFrameLocks noGrp="1"/>
          </p:cNvGraphicFramePr>
          <p:nvPr/>
        </p:nvGraphicFramePr>
        <p:xfrm>
          <a:off x="6270696" y="1832846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37" name="Table 56">
            <a:extLst>
              <a:ext uri="{FF2B5EF4-FFF2-40B4-BE49-F238E27FC236}">
                <a16:creationId xmlns:a16="http://schemas.microsoft.com/office/drawing/2014/main" id="{3FFB5D2B-71AC-D7AC-281F-4F7D1A24649C}"/>
              </a:ext>
            </a:extLst>
          </p:cNvPr>
          <p:cNvGraphicFramePr>
            <a:graphicFrameLocks noGrp="1"/>
          </p:cNvGraphicFramePr>
          <p:nvPr/>
        </p:nvGraphicFramePr>
        <p:xfrm>
          <a:off x="4006899" y="3098907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File </a:t>
              </a:r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877460B6-F6DB-02AD-7B6F-ED833875DF76}"/>
              </a:ext>
            </a:extLst>
          </p:cNvPr>
          <p:cNvGrpSpPr/>
          <p:nvPr/>
        </p:nvGrpSpPr>
        <p:grpSpPr>
          <a:xfrm>
            <a:off x="1654784" y="1400807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1D82A081-D6F0-5FCF-467D-2EAD282DFE7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9860FEC0-2214-D404-43AB-84EF0117AB9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Hostname</a:t>
              </a:r>
            </a:p>
          </p:txBody>
        </p:sp>
      </p:grpSp>
      <p:grpSp>
        <p:nvGrpSpPr>
          <p:cNvPr id="8" name="Group 72">
            <a:extLst>
              <a:ext uri="{FF2B5EF4-FFF2-40B4-BE49-F238E27FC236}">
                <a16:creationId xmlns:a16="http://schemas.microsoft.com/office/drawing/2014/main" id="{F4C2F7EC-2FE5-6863-C53C-8FF46D9A2D20}"/>
              </a:ext>
            </a:extLst>
          </p:cNvPr>
          <p:cNvGrpSpPr/>
          <p:nvPr/>
        </p:nvGrpSpPr>
        <p:grpSpPr>
          <a:xfrm>
            <a:off x="1654784" y="1821436"/>
            <a:ext cx="2226041" cy="427369"/>
            <a:chOff x="53186" y="448089"/>
            <a:chExt cx="4465099" cy="427369"/>
          </a:xfrm>
        </p:grpSpPr>
        <p:sp>
          <p:nvSpPr>
            <p:cNvPr id="9" name="Rectangle: Rounded Corners 73">
              <a:extLst>
                <a:ext uri="{FF2B5EF4-FFF2-40B4-BE49-F238E27FC236}">
                  <a16:creationId xmlns:a16="http://schemas.microsoft.com/office/drawing/2014/main" id="{20F3E004-0C67-1265-5E50-40D8677E221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1" name="TextBox 74">
              <a:extLst>
                <a:ext uri="{FF2B5EF4-FFF2-40B4-BE49-F238E27FC236}">
                  <a16:creationId xmlns:a16="http://schemas.microsoft.com/office/drawing/2014/main" id="{DA5033D7-E3B9-D973-6EC5-B9B9B0B4CA2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38" name="Group 75">
            <a:extLst>
              <a:ext uri="{FF2B5EF4-FFF2-40B4-BE49-F238E27FC236}">
                <a16:creationId xmlns:a16="http://schemas.microsoft.com/office/drawing/2014/main" id="{52DADD5E-B7E5-26DB-EA3A-01BDF40062AF}"/>
              </a:ext>
            </a:extLst>
          </p:cNvPr>
          <p:cNvGrpSpPr/>
          <p:nvPr/>
        </p:nvGrpSpPr>
        <p:grpSpPr>
          <a:xfrm>
            <a:off x="1654784" y="2254584"/>
            <a:ext cx="2226041" cy="427369"/>
            <a:chOff x="53186" y="448089"/>
            <a:chExt cx="4465099" cy="427369"/>
          </a:xfrm>
        </p:grpSpPr>
        <p:sp>
          <p:nvSpPr>
            <p:cNvPr id="42" name="Rectangle: Rounded Corners 76">
              <a:extLst>
                <a:ext uri="{FF2B5EF4-FFF2-40B4-BE49-F238E27FC236}">
                  <a16:creationId xmlns:a16="http://schemas.microsoft.com/office/drawing/2014/main" id="{B5499657-AA53-7735-D47E-4E95840C0D3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3" name="TextBox 77">
              <a:extLst>
                <a:ext uri="{FF2B5EF4-FFF2-40B4-BE49-F238E27FC236}">
                  <a16:creationId xmlns:a16="http://schemas.microsoft.com/office/drawing/2014/main" id="{9A93011D-F9C7-EA50-F481-A4C3451579E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44" name="Group 78">
            <a:extLst>
              <a:ext uri="{FF2B5EF4-FFF2-40B4-BE49-F238E27FC236}">
                <a16:creationId xmlns:a16="http://schemas.microsoft.com/office/drawing/2014/main" id="{6AC2A939-B265-7E9E-C2B7-65126AB08688}"/>
              </a:ext>
            </a:extLst>
          </p:cNvPr>
          <p:cNvGrpSpPr/>
          <p:nvPr/>
        </p:nvGrpSpPr>
        <p:grpSpPr>
          <a:xfrm>
            <a:off x="1654784" y="2702571"/>
            <a:ext cx="2226041" cy="427369"/>
            <a:chOff x="53186" y="448089"/>
            <a:chExt cx="4465099" cy="427369"/>
          </a:xfrm>
        </p:grpSpPr>
        <p:sp>
          <p:nvSpPr>
            <p:cNvPr id="45" name="Rectangle: Rounded Corners 79">
              <a:extLst>
                <a:ext uri="{FF2B5EF4-FFF2-40B4-BE49-F238E27FC236}">
                  <a16:creationId xmlns:a16="http://schemas.microsoft.com/office/drawing/2014/main" id="{208A1DEE-3E7C-B6A7-FC9D-33B5AB6515E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6" name="TextBox 80">
              <a:extLst>
                <a:ext uri="{FF2B5EF4-FFF2-40B4-BE49-F238E27FC236}">
                  <a16:creationId xmlns:a16="http://schemas.microsoft.com/office/drawing/2014/main" id="{62055375-02E3-6C01-68E8-C31A390B387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47" name="Group 81">
            <a:extLst>
              <a:ext uri="{FF2B5EF4-FFF2-40B4-BE49-F238E27FC236}">
                <a16:creationId xmlns:a16="http://schemas.microsoft.com/office/drawing/2014/main" id="{CD91DA7D-A6C8-4D21-3132-C8CA6BAB2DA9}"/>
              </a:ext>
            </a:extLst>
          </p:cNvPr>
          <p:cNvGrpSpPr/>
          <p:nvPr/>
        </p:nvGrpSpPr>
        <p:grpSpPr>
          <a:xfrm>
            <a:off x="1664156" y="3118279"/>
            <a:ext cx="2226041" cy="427369"/>
            <a:chOff x="53186" y="448089"/>
            <a:chExt cx="4465099" cy="427369"/>
          </a:xfrm>
        </p:grpSpPr>
        <p:sp>
          <p:nvSpPr>
            <p:cNvPr id="48" name="Rectangle: Rounded Corners 82">
              <a:extLst>
                <a:ext uri="{FF2B5EF4-FFF2-40B4-BE49-F238E27FC236}">
                  <a16:creationId xmlns:a16="http://schemas.microsoft.com/office/drawing/2014/main" id="{20444931-B9C2-0B1D-D5A2-2C1031C2CBB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9" name="TextBox 83">
              <a:extLst>
                <a:ext uri="{FF2B5EF4-FFF2-40B4-BE49-F238E27FC236}">
                  <a16:creationId xmlns:a16="http://schemas.microsoft.com/office/drawing/2014/main" id="{6372A594-675E-B8FC-B9AA-481324C8653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pSp>
        <p:nvGrpSpPr>
          <p:cNvPr id="50" name="Group 9">
            <a:extLst>
              <a:ext uri="{FF2B5EF4-FFF2-40B4-BE49-F238E27FC236}">
                <a16:creationId xmlns:a16="http://schemas.microsoft.com/office/drawing/2014/main" id="{27C47C37-69CB-1F4A-9800-D6BC47D617D8}"/>
              </a:ext>
            </a:extLst>
          </p:cNvPr>
          <p:cNvGrpSpPr/>
          <p:nvPr/>
        </p:nvGrpSpPr>
        <p:grpSpPr>
          <a:xfrm>
            <a:off x="1654784" y="3534536"/>
            <a:ext cx="2226041" cy="427369"/>
            <a:chOff x="53186" y="448089"/>
            <a:chExt cx="4465099" cy="427369"/>
          </a:xfrm>
        </p:grpSpPr>
        <p:sp>
          <p:nvSpPr>
            <p:cNvPr id="51" name="Rectangle: Rounded Corners 10">
              <a:extLst>
                <a:ext uri="{FF2B5EF4-FFF2-40B4-BE49-F238E27FC236}">
                  <a16:creationId xmlns:a16="http://schemas.microsoft.com/office/drawing/2014/main" id="{55C1510F-2FA8-A22E-623D-9B810C5F07C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2" name="TextBox 11">
              <a:extLst>
                <a:ext uri="{FF2B5EF4-FFF2-40B4-BE49-F238E27FC236}">
                  <a16:creationId xmlns:a16="http://schemas.microsoft.com/office/drawing/2014/main" id="{1A32539A-68CF-5749-C1A6-A53490DB16B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39" name="Group 4">
            <a:extLst>
              <a:ext uri="{FF2B5EF4-FFF2-40B4-BE49-F238E27FC236}">
                <a16:creationId xmlns:a16="http://schemas.microsoft.com/office/drawing/2014/main" id="{482D455C-CC81-D5B0-FD9D-F0FDB7F6E3E2}"/>
              </a:ext>
            </a:extLst>
          </p:cNvPr>
          <p:cNvGrpSpPr/>
          <p:nvPr/>
        </p:nvGrpSpPr>
        <p:grpSpPr>
          <a:xfrm>
            <a:off x="1720481" y="5616465"/>
            <a:ext cx="1309136" cy="274276"/>
            <a:chOff x="201705" y="1222678"/>
            <a:chExt cx="1309136" cy="274276"/>
          </a:xfrm>
        </p:grpSpPr>
        <p:sp>
          <p:nvSpPr>
            <p:cNvPr id="41" name="Rectangle: Rounded Corners 7">
              <a:extLst>
                <a:ext uri="{FF2B5EF4-FFF2-40B4-BE49-F238E27FC236}">
                  <a16:creationId xmlns:a16="http://schemas.microsoft.com/office/drawing/2014/main" id="{D88093C4-AD9E-4BC4-B3FC-B63589E6D5CA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54" name="Rectangle: Rounded Corners 8">
              <a:extLst>
                <a:ext uri="{FF2B5EF4-FFF2-40B4-BE49-F238E27FC236}">
                  <a16:creationId xmlns:a16="http://schemas.microsoft.com/office/drawing/2014/main" id="{B9667D38-89C7-FB2B-F9EC-F767B22E8FBD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54C03FE-CCBB-23B2-FF77-E273EFD5A17B}"/>
              </a:ext>
            </a:extLst>
          </p:cNvPr>
          <p:cNvSpPr/>
          <p:nvPr/>
        </p:nvSpPr>
        <p:spPr>
          <a:xfrm>
            <a:off x="8293065" y="5632635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B041C-836C-2522-E2CD-7517EB3C0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310456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0FAD1DA-DBF9-E971-E9AA-48F5EE83B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02E8ACF-E68A-557B-B164-1A7F24C363FA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BD7F598-72F5-ED4C-437D-1C94514F2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0BF1D69D-2D06-114B-5016-4CB38361394E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232A95E3-7B57-A3DB-9B04-113A76BAC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636364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B0028C0-C1D9-6B34-6C15-23FF82886304}"/>
              </a:ext>
            </a:extLst>
          </p:cNvPr>
          <p:cNvSpPr txBox="1"/>
          <p:nvPr/>
        </p:nvSpPr>
        <p:spPr>
          <a:xfrm>
            <a:off x="1718148" y="4273939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18" name="Rectangle: Rounded Corners 51">
            <a:extLst>
              <a:ext uri="{FF2B5EF4-FFF2-40B4-BE49-F238E27FC236}">
                <a16:creationId xmlns:a16="http://schemas.microsoft.com/office/drawing/2014/main" id="{0BDA07BC-1F17-DEDF-C021-C05446F5A276}"/>
              </a:ext>
            </a:extLst>
          </p:cNvPr>
          <p:cNvSpPr/>
          <p:nvPr/>
        </p:nvSpPr>
        <p:spPr>
          <a:xfrm>
            <a:off x="2730268" y="4330355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9" name="Table 54">
            <a:extLst>
              <a:ext uri="{FF2B5EF4-FFF2-40B4-BE49-F238E27FC236}">
                <a16:creationId xmlns:a16="http://schemas.microsoft.com/office/drawing/2014/main" id="{489B1437-B718-B1CF-4016-EE303089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58262"/>
              </p:ext>
            </p:extLst>
          </p:nvPr>
        </p:nvGraphicFramePr>
        <p:xfrm>
          <a:off x="2730268" y="4578589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41075C9-C413-4EF7-0803-DA8AD6147AEC}"/>
              </a:ext>
            </a:extLst>
          </p:cNvPr>
          <p:cNvSpPr txBox="1"/>
          <p:nvPr/>
        </p:nvSpPr>
        <p:spPr>
          <a:xfrm>
            <a:off x="5285338" y="4288152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C5F533-4E41-79A7-7A0A-EA9BE0762FD8}"/>
              </a:ext>
            </a:extLst>
          </p:cNvPr>
          <p:cNvSpPr txBox="1"/>
          <p:nvPr/>
        </p:nvSpPr>
        <p:spPr>
          <a:xfrm>
            <a:off x="5294224" y="4570532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2E3BB0AA-6AED-AE9D-766A-3D8B5226B098}"/>
              </a:ext>
            </a:extLst>
          </p:cNvPr>
          <p:cNvSpPr/>
          <p:nvPr/>
        </p:nvSpPr>
        <p:spPr>
          <a:xfrm>
            <a:off x="6280053" y="4311423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</a:t>
            </a:r>
          </a:p>
        </p:txBody>
      </p:sp>
      <p:sp>
        <p:nvSpPr>
          <p:cNvPr id="23" name="Rectangle: Rounded Corners 51">
            <a:extLst>
              <a:ext uri="{FF2B5EF4-FFF2-40B4-BE49-F238E27FC236}">
                <a16:creationId xmlns:a16="http://schemas.microsoft.com/office/drawing/2014/main" id="{E7FDA50C-5278-49A9-40EC-31B705B40536}"/>
              </a:ext>
            </a:extLst>
          </p:cNvPr>
          <p:cNvSpPr/>
          <p:nvPr/>
        </p:nvSpPr>
        <p:spPr>
          <a:xfrm>
            <a:off x="6280053" y="4604958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/___   /___</a:t>
            </a:r>
          </a:p>
        </p:txBody>
      </p:sp>
    </p:spTree>
    <p:extLst>
      <p:ext uri="{BB962C8B-B14F-4D97-AF65-F5344CB8AC3E}">
        <p14:creationId xmlns:p14="http://schemas.microsoft.com/office/powerpoint/2010/main" val="1379601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106490"/>
              </p:ext>
            </p:extLst>
          </p:nvPr>
        </p:nvGraphicFramePr>
        <p:xfrm>
          <a:off x="1628316" y="2004907"/>
          <a:ext cx="7515684" cy="2849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4349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758117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52095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026699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47674">
                  <a:extLst>
                    <a:ext uri="{9D8B030D-6E8A-4147-A177-3AD203B41FA5}">
                      <a16:colId xmlns:a16="http://schemas.microsoft.com/office/drawing/2014/main" val="1538290197"/>
                    </a:ext>
                  </a:extLst>
                </a:gridCol>
                <a:gridCol w="100789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111.111.111.114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webhook.site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https://webhook.site/c6dbf320-6e4d-422a-9cf1-084ae3268815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111.111.111.117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D2C7474E-BE5C-8527-E5B2-0F8E3AA3B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52408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710094-2F9A-CD83-4923-D8193992C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61550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9D0A952-7C1A-F501-6C22-8173A9433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3EE5762-0101-A8BA-4421-15867A7A9F30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0BB218-BE6B-88A2-8A75-872369F47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A9FD427-854C-1DAE-E570-96D20E64A3E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3432C7-0D7B-4C20-843A-86E85427EF85}"/>
              </a:ext>
            </a:extLst>
          </p:cNvPr>
          <p:cNvSpPr/>
          <p:nvPr/>
        </p:nvSpPr>
        <p:spPr>
          <a:xfrm>
            <a:off x="8215680" y="1023525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 logs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7580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61646" y="2476825"/>
            <a:ext cx="10634504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HTTP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59EB8F-E46E-B401-2A83-4D42FDEA78F3}"/>
              </a:ext>
            </a:extLst>
          </p:cNvPr>
          <p:cNvGrpSpPr/>
          <p:nvPr/>
        </p:nvGrpSpPr>
        <p:grpSpPr>
          <a:xfrm>
            <a:off x="1720481" y="9223265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567AAC04-5213-D79D-D313-06995BFBE639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3F53EF52-7592-FA4E-7A6E-6ED55AF41B9C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HTTPID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91A37CC-E3ED-4BB8-98B3-8A046D342519}"/>
              </a:ext>
            </a:extLst>
          </p:cNvPr>
          <p:cNvGrpSpPr/>
          <p:nvPr/>
        </p:nvGrpSpPr>
        <p:grpSpPr>
          <a:xfrm>
            <a:off x="1720481" y="1853659"/>
            <a:ext cx="2226042" cy="427369"/>
            <a:chOff x="53184" y="448089"/>
            <a:chExt cx="4465101" cy="427369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87F8950A-2CF3-36E8-B6FB-E5BE60413FB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0220BA9-8D1C-BB06-9D14-745EE867E098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 Method*</a:t>
              </a:r>
            </a:p>
          </p:txBody>
        </p:sp>
      </p:grpSp>
      <p:sp>
        <p:nvSpPr>
          <p:cNvPr id="67" name="TextBox 72">
            <a:extLst>
              <a:ext uri="{FF2B5EF4-FFF2-40B4-BE49-F238E27FC236}">
                <a16:creationId xmlns:a16="http://schemas.microsoft.com/office/drawing/2014/main" id="{7A0D1C06-6C82-95DB-A2EB-25D682DCA9EA}"/>
              </a:ext>
            </a:extLst>
          </p:cNvPr>
          <p:cNvSpPr txBox="1"/>
          <p:nvPr/>
        </p:nvSpPr>
        <p:spPr>
          <a:xfrm>
            <a:off x="1720481" y="7386582"/>
            <a:ext cx="4397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{"HYDRO": "1", "SITE": "P.73", "BASIN": "5", "WL": "-5.305", "RF": "0.00", "DT": "202604212000"}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C72B653-BD9D-0148-19F5-D7020FADF4EB}"/>
              </a:ext>
            </a:extLst>
          </p:cNvPr>
          <p:cNvSpPr/>
          <p:nvPr/>
        </p:nvSpPr>
        <p:spPr>
          <a:xfrm>
            <a:off x="8293065" y="9239435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091B96-A4A1-352E-6EB6-B2DFC3B6B542}"/>
              </a:ext>
            </a:extLst>
          </p:cNvPr>
          <p:cNvGrpSpPr/>
          <p:nvPr/>
        </p:nvGrpSpPr>
        <p:grpSpPr>
          <a:xfrm>
            <a:off x="3946642" y="969535"/>
            <a:ext cx="951266" cy="374028"/>
            <a:chOff x="1654784" y="1931142"/>
            <a:chExt cx="951266" cy="3740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78E5A4-4FBF-886A-400B-494E9A6628DC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A24627-95F1-414C-84EE-DA1DA71780AC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16D5D7-B91C-6CD6-AB01-2DDB6D05C266}"/>
              </a:ext>
            </a:extLst>
          </p:cNvPr>
          <p:cNvGrpSpPr/>
          <p:nvPr/>
        </p:nvGrpSpPr>
        <p:grpSpPr>
          <a:xfrm>
            <a:off x="1696441" y="1403460"/>
            <a:ext cx="2226042" cy="427369"/>
            <a:chOff x="53184" y="448089"/>
            <a:chExt cx="4465101" cy="42736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EB7677F-BC90-8B9E-980B-A77B4EC7167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6C0431-6CA6-145D-53E2-C24698C2AEA7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URL (Host URL)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33D8B7-D651-D7BD-1F91-F3D24EEA1111}"/>
              </a:ext>
            </a:extLst>
          </p:cNvPr>
          <p:cNvGrpSpPr/>
          <p:nvPr/>
        </p:nvGrpSpPr>
        <p:grpSpPr>
          <a:xfrm>
            <a:off x="4298535" y="1373463"/>
            <a:ext cx="2206567" cy="427369"/>
            <a:chOff x="53184" y="448089"/>
            <a:chExt cx="4465101" cy="42736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DB25AC2-A09D-6130-E3E7-BC8C927AA25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3B2E86-6439-0019-0782-50EB3643121D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Context Type*</a:t>
              </a:r>
            </a:p>
          </p:txBody>
        </p:sp>
      </p:grpSp>
      <p:graphicFrame>
        <p:nvGraphicFramePr>
          <p:cNvPr id="25" name="Table 54">
            <a:extLst>
              <a:ext uri="{FF2B5EF4-FFF2-40B4-BE49-F238E27FC236}">
                <a16:creationId xmlns:a16="http://schemas.microsoft.com/office/drawing/2014/main" id="{D403C814-8173-9D1D-FC68-662D44DD4A7D}"/>
              </a:ext>
            </a:extLst>
          </p:cNvPr>
          <p:cNvGraphicFramePr>
            <a:graphicFrameLocks noGrp="1"/>
          </p:cNvGraphicFramePr>
          <p:nvPr/>
        </p:nvGraphicFramePr>
        <p:xfrm>
          <a:off x="1820613" y="2292335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POST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E61D514-D814-A7F7-020D-27DB99FDBB22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B543D5D7-BED2-02DC-1F59-56560D10B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3B4568B-B228-1A59-E971-7C2F20B993B9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DE216AB-56A3-94AF-D0B0-639FC75ED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AD7AEDCE-062D-A520-B917-54F7F8BB1931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2DC5F43-6868-ABD2-A8C3-5D421AD2F629}"/>
              </a:ext>
            </a:extLst>
          </p:cNvPr>
          <p:cNvGraphicFramePr>
            <a:graphicFrameLocks noGrp="1"/>
          </p:cNvGraphicFramePr>
          <p:nvPr/>
        </p:nvGraphicFramePr>
        <p:xfrm>
          <a:off x="1780346" y="5275367"/>
          <a:ext cx="7135054" cy="193188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0477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229277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406650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606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SOURCE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PARAMETER NAME (FOR 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SOURCE VALUE / DISPLAY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Static Value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HYDRO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5620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Static Value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P.73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Static Value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 Data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WL_4-20mA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606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 Data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RAIN15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859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Datetime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yyyymmddHHMM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</a:tbl>
          </a:graphicData>
        </a:graphic>
      </p:graphicFrame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C99B2FDB-6F58-B5A7-F210-7A2D41A5C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993779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pSp>
        <p:nvGrpSpPr>
          <p:cNvPr id="4" name="Group 93">
            <a:extLst>
              <a:ext uri="{FF2B5EF4-FFF2-40B4-BE49-F238E27FC236}">
                <a16:creationId xmlns:a16="http://schemas.microsoft.com/office/drawing/2014/main" id="{A1A5D817-B292-EA7F-7A74-45CBCA5E3928}"/>
              </a:ext>
            </a:extLst>
          </p:cNvPr>
          <p:cNvGrpSpPr/>
          <p:nvPr/>
        </p:nvGrpSpPr>
        <p:grpSpPr>
          <a:xfrm>
            <a:off x="4378501" y="2332503"/>
            <a:ext cx="2226041" cy="459119"/>
            <a:chOff x="53186" y="416339"/>
            <a:chExt cx="4465099" cy="459119"/>
          </a:xfrm>
        </p:grpSpPr>
        <p:sp>
          <p:nvSpPr>
            <p:cNvPr id="17" name="Rectangle: Rounded Corners 94">
              <a:extLst>
                <a:ext uri="{FF2B5EF4-FFF2-40B4-BE49-F238E27FC236}">
                  <a16:creationId xmlns:a16="http://schemas.microsoft.com/office/drawing/2014/main" id="{49470325-43E5-78EC-944C-B00D44E515D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" name="TextBox 95">
              <a:extLst>
                <a:ext uri="{FF2B5EF4-FFF2-40B4-BE49-F238E27FC236}">
                  <a16:creationId xmlns:a16="http://schemas.microsoft.com/office/drawing/2014/main" id="{E944FDFC-6A56-A987-207A-CEA25952EE34}"/>
                </a:ext>
              </a:extLst>
            </p:cNvPr>
            <p:cNvSpPr txBox="1"/>
            <p:nvPr/>
          </p:nvSpPr>
          <p:spPr>
            <a:xfrm>
              <a:off x="53186" y="41633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 (seconds)*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F37CA5-AE67-7085-6480-D6586C7B1D80}"/>
              </a:ext>
            </a:extLst>
          </p:cNvPr>
          <p:cNvCxnSpPr>
            <a:cxnSpLocks/>
          </p:cNvCxnSpPr>
          <p:nvPr/>
        </p:nvCxnSpPr>
        <p:spPr>
          <a:xfrm flipV="1">
            <a:off x="1794525" y="3116944"/>
            <a:ext cx="7258023" cy="18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96">
            <a:extLst>
              <a:ext uri="{FF2B5EF4-FFF2-40B4-BE49-F238E27FC236}">
                <a16:creationId xmlns:a16="http://schemas.microsoft.com/office/drawing/2014/main" id="{63EF9AC9-D46D-F332-D1D2-3050B201A9C6}"/>
              </a:ext>
            </a:extLst>
          </p:cNvPr>
          <p:cNvGrpSpPr/>
          <p:nvPr/>
        </p:nvGrpSpPr>
        <p:grpSpPr>
          <a:xfrm>
            <a:off x="1720482" y="3138634"/>
            <a:ext cx="2226041" cy="427369"/>
            <a:chOff x="53186" y="448089"/>
            <a:chExt cx="4465099" cy="427369"/>
          </a:xfrm>
        </p:grpSpPr>
        <p:sp>
          <p:nvSpPr>
            <p:cNvPr id="24" name="Rectangle: Rounded Corners 97">
              <a:extLst>
                <a:ext uri="{FF2B5EF4-FFF2-40B4-BE49-F238E27FC236}">
                  <a16:creationId xmlns:a16="http://schemas.microsoft.com/office/drawing/2014/main" id="{525B816E-3476-C56E-4FDA-B17EF1798B6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6" name="TextBox 98">
              <a:extLst>
                <a:ext uri="{FF2B5EF4-FFF2-40B4-BE49-F238E27FC236}">
                  <a16:creationId xmlns:a16="http://schemas.microsoft.com/office/drawing/2014/main" id="{A87EF2DA-169D-E144-306D-EE2E3F380B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Authentication</a:t>
              </a:r>
            </a:p>
          </p:txBody>
        </p:sp>
      </p:grpSp>
      <p:graphicFrame>
        <p:nvGraphicFramePr>
          <p:cNvPr id="27" name="Table 54">
            <a:extLst>
              <a:ext uri="{FF2B5EF4-FFF2-40B4-BE49-F238E27FC236}">
                <a16:creationId xmlns:a16="http://schemas.microsoft.com/office/drawing/2014/main" id="{1B733E59-91A8-6DEE-4107-32D61BB8EC90}"/>
              </a:ext>
            </a:extLst>
          </p:cNvPr>
          <p:cNvGraphicFramePr>
            <a:graphicFrameLocks noGrp="1"/>
          </p:cNvGraphicFramePr>
          <p:nvPr/>
        </p:nvGraphicFramePr>
        <p:xfrm>
          <a:off x="1799443" y="3581693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None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Basic Auth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Bearer 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API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728149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7F709AB7-32C9-47DC-1380-F3984C0F6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873" y="1976769"/>
            <a:ext cx="9144000" cy="111210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3FF90AF-016C-63ED-0485-496B70BD1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8873" y="3261744"/>
            <a:ext cx="9144000" cy="70883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72B884-0915-C73F-EE9E-7200F98332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9924" y="4116464"/>
            <a:ext cx="9144000" cy="1179871"/>
          </a:xfrm>
          <a:prstGeom prst="rect">
            <a:avLst/>
          </a:prstGeom>
        </p:spPr>
      </p:pic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AAB593F-CB1C-D23E-CFA9-47D17C8196F0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487556" y="2532824"/>
            <a:ext cx="7261317" cy="139258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A08A300-4D90-0DF3-8B7F-C6582510DDAB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487556" y="3616163"/>
            <a:ext cx="7261317" cy="571461"/>
          </a:xfrm>
          <a:prstGeom prst="bentConnector3">
            <a:avLst>
              <a:gd name="adj1" fmla="val 536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05A495B-C681-8FB4-CF79-7C100C9FC39E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2446688" y="4435383"/>
            <a:ext cx="7283236" cy="27101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20BFE33-7BC0-0542-E308-A89EA186C867}"/>
              </a:ext>
            </a:extLst>
          </p:cNvPr>
          <p:cNvCxnSpPr>
            <a:cxnSpLocks/>
          </p:cNvCxnSpPr>
          <p:nvPr/>
        </p:nvCxnSpPr>
        <p:spPr>
          <a:xfrm flipV="1">
            <a:off x="1750388" y="4808915"/>
            <a:ext cx="7302863" cy="25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98">
            <a:extLst>
              <a:ext uri="{FF2B5EF4-FFF2-40B4-BE49-F238E27FC236}">
                <a16:creationId xmlns:a16="http://schemas.microsoft.com/office/drawing/2014/main" id="{D7E1F664-64B0-71D6-8EEC-BC248AAE077B}"/>
              </a:ext>
            </a:extLst>
          </p:cNvPr>
          <p:cNvSpPr txBox="1"/>
          <p:nvPr/>
        </p:nvSpPr>
        <p:spPr>
          <a:xfrm>
            <a:off x="1741606" y="4948079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 Mapping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4C4DBE6-67EA-D50C-17F3-29CA426209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5988" y="5589289"/>
            <a:ext cx="210676" cy="2106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E2CA6D9-3DD2-F995-AD31-3AD9CEAC2A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5988" y="5851706"/>
            <a:ext cx="210676" cy="21067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6587735-E3E3-0978-FCCE-AD8938B639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5988" y="6133614"/>
            <a:ext cx="210676" cy="21067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A26622F-4EAA-FB9B-9C72-BC3022DA2C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508" y="6403972"/>
            <a:ext cx="210676" cy="2106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EF54B67-77B7-789D-F104-EFBDE1898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7419" y="6681694"/>
            <a:ext cx="210676" cy="2106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573E0B5-F092-255B-E0E8-9BEDC6DC89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1702" y="6958939"/>
            <a:ext cx="210676" cy="210676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14C40C3-9CE9-4880-3D08-D71B07265394}"/>
              </a:ext>
            </a:extLst>
          </p:cNvPr>
          <p:cNvCxnSpPr>
            <a:cxnSpLocks/>
          </p:cNvCxnSpPr>
          <p:nvPr/>
        </p:nvCxnSpPr>
        <p:spPr>
          <a:xfrm flipV="1">
            <a:off x="1696441" y="8029860"/>
            <a:ext cx="7302863" cy="25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98">
            <a:extLst>
              <a:ext uri="{FF2B5EF4-FFF2-40B4-BE49-F238E27FC236}">
                <a16:creationId xmlns:a16="http://schemas.microsoft.com/office/drawing/2014/main" id="{8D1C28C2-DE87-C747-A7FF-7BBDFA371607}"/>
              </a:ext>
            </a:extLst>
          </p:cNvPr>
          <p:cNvSpPr txBox="1"/>
          <p:nvPr/>
        </p:nvSpPr>
        <p:spPr>
          <a:xfrm>
            <a:off x="1780346" y="8156591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Advanced Settings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AD3E6C-65E1-5EB6-32AA-95C28BDD3126}"/>
              </a:ext>
            </a:extLst>
          </p:cNvPr>
          <p:cNvGrpSpPr/>
          <p:nvPr/>
        </p:nvGrpSpPr>
        <p:grpSpPr>
          <a:xfrm>
            <a:off x="1811921" y="8475439"/>
            <a:ext cx="2226042" cy="427369"/>
            <a:chOff x="53184" y="448089"/>
            <a:chExt cx="4465101" cy="42736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107913B-00F2-3A6D-D25A-77932D13F6F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D8B022E-D960-2437-8DA7-F57A9AEB3196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Retry Attempts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B872AF3-DD7D-875D-BA5D-0216CBDFA050}"/>
              </a:ext>
            </a:extLst>
          </p:cNvPr>
          <p:cNvGrpSpPr/>
          <p:nvPr/>
        </p:nvGrpSpPr>
        <p:grpSpPr>
          <a:xfrm>
            <a:off x="6788778" y="8479381"/>
            <a:ext cx="1097924" cy="374028"/>
            <a:chOff x="1654785" y="1931142"/>
            <a:chExt cx="811094" cy="374028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03DF6FB-F715-5117-EC92-5CDE61270EEE}"/>
                </a:ext>
              </a:extLst>
            </p:cNvPr>
            <p:cNvSpPr/>
            <p:nvPr/>
          </p:nvSpPr>
          <p:spPr>
            <a:xfrm>
              <a:off x="1728828" y="2140691"/>
              <a:ext cx="167652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4A9882B-07B5-EFDD-6858-076F0F854A57}"/>
                </a:ext>
              </a:extLst>
            </p:cNvPr>
            <p:cNvSpPr txBox="1"/>
            <p:nvPr/>
          </p:nvSpPr>
          <p:spPr>
            <a:xfrm>
              <a:off x="1654785" y="1931142"/>
              <a:ext cx="8110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Verify SSL Certificate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0154249-FD7C-77DA-0ED6-B4A69A23C7A1}"/>
              </a:ext>
            </a:extLst>
          </p:cNvPr>
          <p:cNvGrpSpPr/>
          <p:nvPr/>
        </p:nvGrpSpPr>
        <p:grpSpPr>
          <a:xfrm>
            <a:off x="4347220" y="8468578"/>
            <a:ext cx="2206567" cy="427369"/>
            <a:chOff x="53184" y="448089"/>
            <a:chExt cx="4465101" cy="42736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AC6C5BE7-E6F1-8BC6-1108-E6F4713569E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0499B2C-DF0E-959D-3D0C-D5A458B91875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Retry Delay (Seconds)</a:t>
              </a:r>
            </a:p>
          </p:txBody>
        </p:sp>
      </p:grp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5DD451EB-ABD3-DA82-BD9F-922330FC17C3}"/>
              </a:ext>
            </a:extLst>
          </p:cNvPr>
          <p:cNvGraphicFramePr>
            <a:graphicFrameLocks noGrp="1"/>
          </p:cNvGraphicFramePr>
          <p:nvPr/>
        </p:nvGraphicFramePr>
        <p:xfrm>
          <a:off x="6777635" y="1330094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TC.12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2" name="Group 41">
            <a:extLst>
              <a:ext uri="{FF2B5EF4-FFF2-40B4-BE49-F238E27FC236}">
                <a16:creationId xmlns:a16="http://schemas.microsoft.com/office/drawing/2014/main" id="{E17FA62B-C970-9A09-6294-FDD4B973D790}"/>
              </a:ext>
            </a:extLst>
          </p:cNvPr>
          <p:cNvGrpSpPr/>
          <p:nvPr/>
        </p:nvGrpSpPr>
        <p:grpSpPr>
          <a:xfrm>
            <a:off x="6698673" y="891634"/>
            <a:ext cx="2226041" cy="427369"/>
            <a:chOff x="53186" y="448089"/>
            <a:chExt cx="4465099" cy="427369"/>
          </a:xfrm>
        </p:grpSpPr>
        <p:sp>
          <p:nvSpPr>
            <p:cNvPr id="47" name="Rectangle: Rounded Corners 42">
              <a:extLst>
                <a:ext uri="{FF2B5EF4-FFF2-40B4-BE49-F238E27FC236}">
                  <a16:creationId xmlns:a16="http://schemas.microsoft.com/office/drawing/2014/main" id="{B907C1ED-9D36-1AC8-A9FE-D38E3611A5F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2" name="TextBox 43">
              <a:extLst>
                <a:ext uri="{FF2B5EF4-FFF2-40B4-BE49-F238E27FC236}">
                  <a16:creationId xmlns:a16="http://schemas.microsoft.com/office/drawing/2014/main" id="{052DC18F-0ABF-8F8E-DCE5-D3A62EC46DC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device_id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69" name="Table 6">
            <a:extLst>
              <a:ext uri="{FF2B5EF4-FFF2-40B4-BE49-F238E27FC236}">
                <a16:creationId xmlns:a16="http://schemas.microsoft.com/office/drawing/2014/main" id="{A4623755-AC93-4653-8EF3-589520F54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95041"/>
              </p:ext>
            </p:extLst>
          </p:nvPr>
        </p:nvGraphicFramePr>
        <p:xfrm>
          <a:off x="4368188" y="181485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JSON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Plain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269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DF98F-483B-9DC7-6EE1-CC9D51A9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6">
            <a:extLst>
              <a:ext uri="{FF2B5EF4-FFF2-40B4-BE49-F238E27FC236}">
                <a16:creationId xmlns:a16="http://schemas.microsoft.com/office/drawing/2014/main" id="{182BB37D-97AA-106C-0AAD-83F0432A8221}"/>
              </a:ext>
            </a:extLst>
          </p:cNvPr>
          <p:cNvSpPr/>
          <p:nvPr/>
        </p:nvSpPr>
        <p:spPr>
          <a:xfrm rot="16200000">
            <a:off x="2757549" y="1522717"/>
            <a:ext cx="5242169" cy="7530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B3255E25-1EC1-6914-D183-86ADC179BD1F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http logs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1E0384-2131-5553-81B7-B617CE94F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58381"/>
              </p:ext>
            </p:extLst>
          </p:nvPr>
        </p:nvGraphicFramePr>
        <p:xfrm>
          <a:off x="1621052" y="3467065"/>
          <a:ext cx="7522948" cy="37997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962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51564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411787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79903">
                  <a:extLst>
                    <a:ext uri="{9D8B030D-6E8A-4147-A177-3AD203B41FA5}">
                      <a16:colId xmlns:a16="http://schemas.microsoft.com/office/drawing/2014/main" val="153829019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webhook.site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{"HYDRO": "1", "SITE": "P.73", "BASIN": "5", "WL": "-5.305", "RF": "0.00", "DT": "202604212000"}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9AE3184-CE72-2A4F-B272-181AE13CBA9F}"/>
              </a:ext>
            </a:extLst>
          </p:cNvPr>
          <p:cNvSpPr/>
          <p:nvPr/>
        </p:nvSpPr>
        <p:spPr>
          <a:xfrm rot="16200000">
            <a:off x="4551913" y="-2013075"/>
            <a:ext cx="1653966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0BD89AC-CE20-101B-5CF2-99FEFA4A1BCF}"/>
              </a:ext>
            </a:extLst>
          </p:cNvPr>
          <p:cNvGrpSpPr/>
          <p:nvPr/>
        </p:nvGrpSpPr>
        <p:grpSpPr>
          <a:xfrm>
            <a:off x="1698924" y="1490229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0543A8CC-C973-6E99-4565-6226E719B22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4621550-3614-2427-C0F8-51F74FFF8706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A84C2997-A70B-4738-50C0-21EC89566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32557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2AB8A1-FCA9-1952-31D5-7B53C534D024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B89A23D-3A66-48CD-3C7F-E61BEB7B1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14C45AA-AF5F-79A5-764F-788E7D029CC4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C4BACA-AEB1-040F-39F6-27E6F758E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A7FD9749-556A-5C5D-6F81-95A4DDF4228E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2" name="Group 4">
            <a:extLst>
              <a:ext uri="{FF2B5EF4-FFF2-40B4-BE49-F238E27FC236}">
                <a16:creationId xmlns:a16="http://schemas.microsoft.com/office/drawing/2014/main" id="{6D22DE2D-8BEC-3559-5CE8-03DE0186FAD0}"/>
              </a:ext>
            </a:extLst>
          </p:cNvPr>
          <p:cNvGrpSpPr/>
          <p:nvPr/>
        </p:nvGrpSpPr>
        <p:grpSpPr>
          <a:xfrm>
            <a:off x="1720481" y="7546865"/>
            <a:ext cx="1309136" cy="274276"/>
            <a:chOff x="201705" y="1222678"/>
            <a:chExt cx="1309136" cy="274276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24A812A7-3D7C-90CE-E0DB-CD82558C6980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8D157683-4216-41CF-62D0-69C581D783C5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E3F91A-C41E-B73E-6F82-57BFD04D8BDA}"/>
              </a:ext>
            </a:extLst>
          </p:cNvPr>
          <p:cNvSpPr/>
          <p:nvPr/>
        </p:nvSpPr>
        <p:spPr>
          <a:xfrm>
            <a:off x="8293065" y="7563035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8F0E0E-6A2A-7B3F-BAA7-100AA2742C5F}"/>
              </a:ext>
            </a:extLst>
          </p:cNvPr>
          <p:cNvGrpSpPr/>
          <p:nvPr/>
        </p:nvGrpSpPr>
        <p:grpSpPr>
          <a:xfrm>
            <a:off x="3928006" y="1131625"/>
            <a:ext cx="2151998" cy="256198"/>
            <a:chOff x="201705" y="645906"/>
            <a:chExt cx="4316580" cy="25619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FFCEEF7-5C14-AE73-4535-3F29539C406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B5FA2A-B83B-9C28-FC69-977FEB0CA753}"/>
                </a:ext>
              </a:extLst>
            </p:cNvPr>
            <p:cNvSpPr txBox="1"/>
            <p:nvPr/>
          </p:nvSpPr>
          <p:spPr>
            <a:xfrm>
              <a:off x="268074" y="655883"/>
              <a:ext cx="19743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9759EB-F317-431E-FA4B-B984222699BC}"/>
              </a:ext>
            </a:extLst>
          </p:cNvPr>
          <p:cNvGrpSpPr/>
          <p:nvPr/>
        </p:nvGrpSpPr>
        <p:grpSpPr>
          <a:xfrm>
            <a:off x="6182556" y="1124005"/>
            <a:ext cx="2151998" cy="256198"/>
            <a:chOff x="201705" y="645906"/>
            <a:chExt cx="4316580" cy="25619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66AF860-0147-1809-AE96-995EC9FF6D2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E97A46-B632-D56B-02E9-1F75A22CFFD5}"/>
                </a:ext>
              </a:extLst>
            </p:cNvPr>
            <p:cNvSpPr txBox="1"/>
            <p:nvPr/>
          </p:nvSpPr>
          <p:spPr>
            <a:xfrm>
              <a:off x="268074" y="655883"/>
              <a:ext cx="19743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3B87A63-A6AA-21DF-B936-35B6A2BAB911}"/>
              </a:ext>
            </a:extLst>
          </p:cNvPr>
          <p:cNvGrpSpPr/>
          <p:nvPr/>
        </p:nvGrpSpPr>
        <p:grpSpPr>
          <a:xfrm>
            <a:off x="1624880" y="952056"/>
            <a:ext cx="2226042" cy="427369"/>
            <a:chOff x="53184" y="448089"/>
            <a:chExt cx="4465101" cy="42736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5576C7D-9EDD-1F33-858C-DB971F4E931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1AC980-2CFE-0BEB-3D77-864032F37832}"/>
                </a:ext>
              </a:extLst>
            </p:cNvPr>
            <p:cNvSpPr txBox="1"/>
            <p:nvPr/>
          </p:nvSpPr>
          <p:spPr>
            <a:xfrm>
              <a:off x="53184" y="448089"/>
              <a:ext cx="33113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ถึงวันที่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(Creation Date)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81411B-9886-242B-ED86-BAD3360DA8D2}"/>
              </a:ext>
            </a:extLst>
          </p:cNvPr>
          <p:cNvSpPr/>
          <p:nvPr/>
        </p:nvSpPr>
        <p:spPr>
          <a:xfrm>
            <a:off x="8223300" y="2788946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Failed 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ทั้งหมด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A3412A5-320B-F1F0-57F8-B2582CB64C52}"/>
              </a:ext>
            </a:extLst>
          </p:cNvPr>
          <p:cNvSpPr/>
          <p:nvPr/>
        </p:nvSpPr>
        <p:spPr>
          <a:xfrm>
            <a:off x="7298555" y="2799006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Sent 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ทั้งหมด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17A6C1-1EE0-35A9-F21C-F69136598C7E}"/>
              </a:ext>
            </a:extLst>
          </p:cNvPr>
          <p:cNvSpPr/>
          <p:nvPr/>
        </p:nvSpPr>
        <p:spPr>
          <a:xfrm>
            <a:off x="6358570" y="2799006"/>
            <a:ext cx="830259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Queue 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ทั้งหมด</a:t>
            </a:r>
          </a:p>
        </p:txBody>
      </p:sp>
      <p:graphicFrame>
        <p:nvGraphicFramePr>
          <p:cNvPr id="29" name="Table 54">
            <a:extLst>
              <a:ext uri="{FF2B5EF4-FFF2-40B4-BE49-F238E27FC236}">
                <a16:creationId xmlns:a16="http://schemas.microsoft.com/office/drawing/2014/main" id="{09036F2C-9D26-2F73-68C0-F4A129D91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93253"/>
              </p:ext>
            </p:extLst>
          </p:nvPr>
        </p:nvGraphicFramePr>
        <p:xfrm>
          <a:off x="1690419" y="1747804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Sent (Success)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</a:tbl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38770A94-0DA0-A3D2-EAC1-A39C601BC87F}"/>
              </a:ext>
            </a:extLst>
          </p:cNvPr>
          <p:cNvGrpSpPr/>
          <p:nvPr/>
        </p:nvGrpSpPr>
        <p:grpSpPr>
          <a:xfrm>
            <a:off x="8223300" y="3854737"/>
            <a:ext cx="886204" cy="256198"/>
            <a:chOff x="201705" y="645906"/>
            <a:chExt cx="4316580" cy="256198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DF11D61-46E7-DD81-40B2-8429956E84D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667DDC-6BCB-6929-4B3C-83410BBA8DE9}"/>
                </a:ext>
              </a:extLst>
            </p:cNvPr>
            <p:cNvSpPr txBox="1"/>
            <p:nvPr/>
          </p:nvSpPr>
          <p:spPr>
            <a:xfrm>
              <a:off x="268075" y="655883"/>
              <a:ext cx="23768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657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6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CSV Logger (2)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21941"/>
              </p:ext>
            </p:extLst>
          </p:nvPr>
        </p:nvGraphicFramePr>
        <p:xfrm>
          <a:off x="1628316" y="1995047"/>
          <a:ext cx="7515684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2809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73418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173418">
                  <a:extLst>
                    <a:ext uri="{9D8B030D-6E8A-4147-A177-3AD203B41FA5}">
                      <a16:colId xmlns:a16="http://schemas.microsoft.com/office/drawing/2014/main" val="153202256"/>
                    </a:ext>
                  </a:extLst>
                </a:gridCol>
                <a:gridCol w="2679885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966718">
                  <a:extLst>
                    <a:ext uri="{9D8B030D-6E8A-4147-A177-3AD203B41FA5}">
                      <a16:colId xmlns:a16="http://schemas.microsoft.com/office/drawing/2014/main" val="1538290197"/>
                    </a:ext>
                  </a:extLst>
                </a:gridCol>
                <a:gridCol w="1149436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logger_id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Transfer_id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Filename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@DEVICENAME_DataRecovery_%d%m%Y.csv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@DEVICENAME_%d%m%y.csv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D2C7474E-BE5C-8527-E5B2-0F8E3AA3B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188878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710094-2F9A-CD83-4923-D8193992C331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9D0A952-7C1A-F501-6C22-8173A9433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3EE5762-0101-A8BA-4421-15867A7A9F30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0BB218-BE6B-88A2-8A75-872369F47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A9FD427-854C-1DAE-E570-96D20E64A3E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1925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CSV logger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-3016653" y="5555485"/>
            <a:ext cx="1679110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59EB8F-E46E-B401-2A83-4D42FDEA78F3}"/>
              </a:ext>
            </a:extLst>
          </p:cNvPr>
          <p:cNvGrpSpPr/>
          <p:nvPr/>
        </p:nvGrpSpPr>
        <p:grpSpPr>
          <a:xfrm>
            <a:off x="1720481" y="16717717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567AAC04-5213-D79D-D313-06995BFBE639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3F53EF52-7592-FA4E-7A6E-6ED55AF41B9C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CSV </a:t>
              </a:r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logger_id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C72B653-BD9D-0148-19F5-D7020FADF4EB}"/>
              </a:ext>
            </a:extLst>
          </p:cNvPr>
          <p:cNvSpPr/>
          <p:nvPr/>
        </p:nvSpPr>
        <p:spPr>
          <a:xfrm>
            <a:off x="8293065" y="16733887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091B96-A4A1-352E-6EB6-B2DFC3B6B542}"/>
              </a:ext>
            </a:extLst>
          </p:cNvPr>
          <p:cNvGrpSpPr/>
          <p:nvPr/>
        </p:nvGrpSpPr>
        <p:grpSpPr>
          <a:xfrm>
            <a:off x="3946522" y="951983"/>
            <a:ext cx="951266" cy="374028"/>
            <a:chOff x="1654784" y="1931142"/>
            <a:chExt cx="951266" cy="3740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78E5A4-4FBF-886A-400B-494E9A6628DC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A24627-95F1-414C-84EE-DA1DA71780AC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E61D514-D814-A7F7-020D-27DB99FDBB22}"/>
              </a:ext>
            </a:extLst>
          </p:cNvPr>
          <p:cNvGraphicFramePr>
            <a:graphicFrameLocks noGrp="1"/>
          </p:cNvGraphicFramePr>
          <p:nvPr/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B543D5D7-BED2-02DC-1F59-56560D10B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3B4568B-B228-1A59-E971-7C2F20B993B9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DE216AB-56A3-94AF-D0B0-639FC75ED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AD7AEDCE-062D-A520-B917-54F7F8BB1931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2DC5F43-6868-ABD2-A8C3-5D421AD2F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016027"/>
              </p:ext>
            </p:extLst>
          </p:nvPr>
        </p:nvGraphicFramePr>
        <p:xfrm>
          <a:off x="1854200" y="3274990"/>
          <a:ext cx="6972301" cy="3309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805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67687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68829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1189077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5904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HEADER NAME (FILE_HEADER)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SOURCE VARIABLE(FILE_FORMAT)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➕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%DEVICENAME%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5463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%DATE_DMY%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%TIME%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%WL%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%Q%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24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%VAR_10%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%VAR_11%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%VAR_20%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721103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%VAR_21%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93777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%VAR_8%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553823"/>
                  </a:ext>
                </a:extLst>
              </a:tr>
            </a:tbl>
          </a:graphicData>
        </a:graphic>
      </p:graphicFrame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CD21BE50-02BB-2825-7B46-386F16E6C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42509"/>
              </p:ext>
            </p:extLst>
          </p:nvPr>
        </p:nvGraphicFramePr>
        <p:xfrm>
          <a:off x="0" y="542630"/>
          <a:ext cx="1510882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30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File Transfer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HTTP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CSV logger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6666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6635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122A7526-794E-05BF-557C-643C959AD48E}"/>
              </a:ext>
            </a:extLst>
          </p:cNvPr>
          <p:cNvGrpSpPr/>
          <p:nvPr/>
        </p:nvGrpSpPr>
        <p:grpSpPr>
          <a:xfrm>
            <a:off x="1646437" y="1449084"/>
            <a:ext cx="2226042" cy="644299"/>
            <a:chOff x="1646437" y="1449084"/>
            <a:chExt cx="2226042" cy="64429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16D5D7-B91C-6CD6-AB01-2DDB6D05C266}"/>
                </a:ext>
              </a:extLst>
            </p:cNvPr>
            <p:cNvGrpSpPr/>
            <p:nvPr/>
          </p:nvGrpSpPr>
          <p:grpSpPr>
            <a:xfrm>
              <a:off x="1646437" y="1449084"/>
              <a:ext cx="2226042" cy="427369"/>
              <a:chOff x="53184" y="448089"/>
              <a:chExt cx="4465101" cy="427369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EEB7677F-BC90-8B9E-980B-A77B4EC7167F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15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6C0431-6CA6-145D-53E2-C24698C2AEA7}"/>
                  </a:ext>
                </a:extLst>
              </p:cNvPr>
              <p:cNvSpPr txBox="1"/>
              <p:nvPr/>
            </p:nvSpPr>
            <p:spPr>
              <a:xfrm>
                <a:off x="53184" y="448089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Log Interval (minutes):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509A852-2CAB-0EA4-C6E1-317FB55AB98F}"/>
                </a:ext>
              </a:extLst>
            </p:cNvPr>
            <p:cNvSpPr txBox="1"/>
            <p:nvPr/>
          </p:nvSpPr>
          <p:spPr>
            <a:xfrm>
              <a:off x="1646437" y="1847162"/>
              <a:ext cx="20873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 taken to save data to a CSV file (minutes)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C0A34E-438D-1E9A-7F31-70381C4A83BC}"/>
              </a:ext>
            </a:extLst>
          </p:cNvPr>
          <p:cNvGrpSpPr/>
          <p:nvPr/>
        </p:nvGrpSpPr>
        <p:grpSpPr>
          <a:xfrm>
            <a:off x="4682888" y="1441851"/>
            <a:ext cx="3280011" cy="644299"/>
            <a:chOff x="1646437" y="1449084"/>
            <a:chExt cx="2226042" cy="64429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44FD589-A061-8A5D-0ABE-D5FB1CC1B3C1}"/>
                </a:ext>
              </a:extLst>
            </p:cNvPr>
            <p:cNvGrpSpPr/>
            <p:nvPr/>
          </p:nvGrpSpPr>
          <p:grpSpPr>
            <a:xfrm>
              <a:off x="1646437" y="1449084"/>
              <a:ext cx="2226042" cy="427369"/>
              <a:chOff x="53184" y="448089"/>
              <a:chExt cx="4465101" cy="427369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CC02550-0A8B-A519-5C4A-0C798F07749D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@DEVICENAME_DataRecovery_%d%m%Y.csv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32FF8A-3E5C-4F3E-FDD3-6627EDD76B04}"/>
                  </a:ext>
                </a:extLst>
              </p:cNvPr>
              <p:cNvSpPr txBox="1"/>
              <p:nvPr/>
            </p:nvSpPr>
            <p:spPr>
              <a:xfrm>
                <a:off x="53184" y="448089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Filename Format: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E5C9D7-9A21-EAF7-F6A1-BDA605E638C2}"/>
                </a:ext>
              </a:extLst>
            </p:cNvPr>
            <p:cNvSpPr txBox="1"/>
            <p:nvPr/>
          </p:nvSpPr>
          <p:spPr>
            <a:xfrm>
              <a:off x="1646437" y="1847162"/>
              <a:ext cx="20873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Example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: </a:t>
              </a:r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TC.04_DataRecovery_12052026.csv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E34671-5492-0119-D89B-47D069BF2258}"/>
              </a:ext>
            </a:extLst>
          </p:cNvPr>
          <p:cNvCxnSpPr>
            <a:cxnSpLocks/>
          </p:cNvCxnSpPr>
          <p:nvPr/>
        </p:nvCxnSpPr>
        <p:spPr>
          <a:xfrm flipV="1">
            <a:off x="1720481" y="2528664"/>
            <a:ext cx="7258023" cy="18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C16DD9-F5F4-8B88-BA71-EB33CD520DB0}"/>
              </a:ext>
            </a:extLst>
          </p:cNvPr>
          <p:cNvGrpSpPr/>
          <p:nvPr/>
        </p:nvGrpSpPr>
        <p:grpSpPr>
          <a:xfrm>
            <a:off x="1794524" y="2155093"/>
            <a:ext cx="2777476" cy="246221"/>
            <a:chOff x="1794524" y="2155093"/>
            <a:chExt cx="2777476" cy="24622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51AF93-04AE-01FF-0B2B-82AF05818670}"/>
                </a:ext>
              </a:extLst>
            </p:cNvPr>
            <p:cNvSpPr/>
            <p:nvPr/>
          </p:nvSpPr>
          <p:spPr>
            <a:xfrm>
              <a:off x="1794524" y="2197947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483BC7-24BD-6739-E657-95601458AB57}"/>
                </a:ext>
              </a:extLst>
            </p:cNvPr>
            <p:cNvSpPr txBox="1"/>
            <p:nvPr/>
          </p:nvSpPr>
          <p:spPr>
            <a:xfrm>
              <a:off x="1999724" y="2155093"/>
              <a:ext cx="25722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Place Device Name on the first line of CSV Header</a:t>
              </a:r>
            </a:p>
          </p:txBody>
        </p:sp>
      </p:grpSp>
      <p:sp>
        <p:nvSpPr>
          <p:cNvPr id="29" name="TextBox 98">
            <a:extLst>
              <a:ext uri="{FF2B5EF4-FFF2-40B4-BE49-F238E27FC236}">
                <a16:creationId xmlns:a16="http://schemas.microsoft.com/office/drawing/2014/main" id="{1FBA08ED-25D3-8ECE-8A1C-DF2EAC329EFC}"/>
              </a:ext>
            </a:extLst>
          </p:cNvPr>
          <p:cNvSpPr txBox="1"/>
          <p:nvPr/>
        </p:nvSpPr>
        <p:spPr>
          <a:xfrm>
            <a:off x="1720875" y="2608767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Parameter Mapping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2CE839-1019-4C5E-B79B-1B57134161D6}"/>
              </a:ext>
            </a:extLst>
          </p:cNvPr>
          <p:cNvSpPr txBox="1"/>
          <p:nvPr/>
        </p:nvSpPr>
        <p:spPr>
          <a:xfrm>
            <a:off x="2171898" y="2912399"/>
            <a:ext cx="2087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Drag and drop to rearrange column order.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D93EAB0-A2F5-47CD-8CEE-6EC46BDE8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3587548"/>
            <a:ext cx="210676" cy="21067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3000161-2442-46B4-8E33-930D98334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3848957"/>
            <a:ext cx="210676" cy="21067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6A5486F-596F-41C7-A67D-6D6D31264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130040"/>
            <a:ext cx="210676" cy="21067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8651DDE-838B-4B9C-9964-930D64E4C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420360"/>
            <a:ext cx="210676" cy="2106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28EE6D9-A128-46A3-8FCE-1BBB4E30B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687478"/>
            <a:ext cx="210676" cy="2106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3AA6E2C-F72E-46AC-8700-1E71395DB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4973438"/>
            <a:ext cx="210676" cy="21067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036638C-FEAA-4ACE-8ECB-7FBDEBC0B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381" y="5259398"/>
            <a:ext cx="210676" cy="2106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404D24A-93C9-41CA-8DB5-12F3470B4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5520807"/>
            <a:ext cx="210676" cy="21067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5BAEA2B-6EC6-4769-B3FC-7E87BCA6A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5810612"/>
            <a:ext cx="210676" cy="21067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15D55DF-D446-41D0-B03F-647DFBD6A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6068176"/>
            <a:ext cx="210676" cy="2106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65A9FB6-5774-4C8D-B1A7-62594DE50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6343318"/>
            <a:ext cx="210676" cy="21067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DF726A3-1E61-4358-9D46-F07AAF3E0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537" y="2933610"/>
            <a:ext cx="210676" cy="210676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3A4D0FB-7FB3-4FAA-B32A-54706CAB07F2}"/>
              </a:ext>
            </a:extLst>
          </p:cNvPr>
          <p:cNvCxnSpPr>
            <a:cxnSpLocks/>
          </p:cNvCxnSpPr>
          <p:nvPr/>
        </p:nvCxnSpPr>
        <p:spPr>
          <a:xfrm flipV="1">
            <a:off x="1794524" y="10741053"/>
            <a:ext cx="7258023" cy="18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98">
            <a:extLst>
              <a:ext uri="{FF2B5EF4-FFF2-40B4-BE49-F238E27FC236}">
                <a16:creationId xmlns:a16="http://schemas.microsoft.com/office/drawing/2014/main" id="{D6CD93D1-5BFF-4555-8708-E336467D6F29}"/>
              </a:ext>
            </a:extLst>
          </p:cNvPr>
          <p:cNvSpPr txBox="1"/>
          <p:nvPr/>
        </p:nvSpPr>
        <p:spPr>
          <a:xfrm>
            <a:off x="1794918" y="10821156"/>
            <a:ext cx="1369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Reference Guide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B69FA-E3A1-4E7D-9416-4C75C48499F4}"/>
              </a:ext>
            </a:extLst>
          </p:cNvPr>
          <p:cNvSpPr txBox="1"/>
          <p:nvPr/>
        </p:nvSpPr>
        <p:spPr>
          <a:xfrm>
            <a:off x="1794523" y="11209513"/>
            <a:ext cx="1694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Filename Format Placeholders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30E7C-143E-42DA-843C-F30B55C42F18}"/>
              </a:ext>
            </a:extLst>
          </p:cNvPr>
          <p:cNvSpPr txBox="1"/>
          <p:nvPr/>
        </p:nvSpPr>
        <p:spPr>
          <a:xfrm>
            <a:off x="1794523" y="11340835"/>
            <a:ext cx="10567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Use to name CSV file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C1E31F-5947-4A9B-9291-56C98F3E6AAB}"/>
              </a:ext>
            </a:extLst>
          </p:cNvPr>
          <p:cNvSpPr txBox="1"/>
          <p:nvPr/>
        </p:nvSpPr>
        <p:spPr>
          <a:xfrm>
            <a:off x="1794524" y="11564235"/>
            <a:ext cx="2824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@DEVICENAME : Device 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@DATE : Date (YYYY-MM-DD format)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You can also use Date/Time Format Codes as below.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5BA2CC-757C-4A19-92A7-CF5C2F8DFB39}"/>
              </a:ext>
            </a:extLst>
          </p:cNvPr>
          <p:cNvSpPr txBox="1"/>
          <p:nvPr/>
        </p:nvSpPr>
        <p:spPr>
          <a:xfrm>
            <a:off x="1794523" y="12307363"/>
            <a:ext cx="1888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CSV Column Format Placeholders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25D45A-DAEE-4ADC-9F5A-4F89290B1043}"/>
              </a:ext>
            </a:extLst>
          </p:cNvPr>
          <p:cNvSpPr txBox="1"/>
          <p:nvPr/>
        </p:nvSpPr>
        <p:spPr>
          <a:xfrm>
            <a:off x="1794523" y="12542302"/>
            <a:ext cx="31842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%DEVICENAME% : Device Name</a:t>
            </a:r>
            <a:endParaRPr kumimoji="0" lang="th-T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%DATETIME% : Full date and time (YYYY-MM0DD HH:MM:SS)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%DATE_DMY% : Date (DD/MM/YY)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%VAR**% : The value of the variable from the declare page.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9E116590-1A2D-4F1D-B6CF-E82C1808A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95017"/>
              </p:ext>
            </p:extLst>
          </p:nvPr>
        </p:nvGraphicFramePr>
        <p:xfrm>
          <a:off x="1795993" y="13721726"/>
          <a:ext cx="6554251" cy="2212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2985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2603494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Description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2025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Year Four digit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5463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Year Two digit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08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Month (01-12)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Date (01-31)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Hours (00-23)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24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Minutes (00-59)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59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%S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Seconds (00-59)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799FA5A6-5F30-4795-97A0-898C678B2E8E}"/>
              </a:ext>
            </a:extLst>
          </p:cNvPr>
          <p:cNvSpPr txBox="1"/>
          <p:nvPr/>
        </p:nvSpPr>
        <p:spPr>
          <a:xfrm>
            <a:off x="1793673" y="13443082"/>
            <a:ext cx="2226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Date/Time Format Codes (For Filenames)</a:t>
            </a:r>
          </a:p>
        </p:txBody>
      </p:sp>
      <p:sp>
        <p:nvSpPr>
          <p:cNvPr id="16" name="Rectangle: Rounded Corners 51">
            <a:extLst>
              <a:ext uri="{FF2B5EF4-FFF2-40B4-BE49-F238E27FC236}">
                <a16:creationId xmlns:a16="http://schemas.microsoft.com/office/drawing/2014/main" id="{B3AB030E-0DB2-7647-2850-7C39A317D9BF}"/>
              </a:ext>
            </a:extLst>
          </p:cNvPr>
          <p:cNvSpPr/>
          <p:nvPr/>
        </p:nvSpPr>
        <p:spPr>
          <a:xfrm>
            <a:off x="6262759" y="1076937"/>
            <a:ext cx="2151998" cy="229552"/>
          </a:xfrm>
          <a:prstGeom prst="roundRect">
            <a:avLst>
              <a:gd name="adj" fmla="val 3340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4FAA59-D951-9EF3-65E6-1062E348E31C}"/>
              </a:ext>
            </a:extLst>
          </p:cNvPr>
          <p:cNvSpPr txBox="1"/>
          <p:nvPr/>
        </p:nvSpPr>
        <p:spPr>
          <a:xfrm>
            <a:off x="6253286" y="1060392"/>
            <a:ext cx="792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file </a:t>
            </a:r>
            <a:r>
              <a:rPr lang="en-US" sz="11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transfer_id</a:t>
            </a:r>
            <a:endParaRPr lang="th-TH" sz="11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A36F107-6416-849C-1048-68DBE4181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96992"/>
              </p:ext>
            </p:extLst>
          </p:nvPr>
        </p:nvGraphicFramePr>
        <p:xfrm>
          <a:off x="1844073" y="6763197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โครงการมูน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TMB.01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โครงการเจ้าพระยา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4254E15-9609-E576-9698-FDA9BABC8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392840"/>
              </p:ext>
            </p:extLst>
          </p:nvPr>
        </p:nvGraphicFramePr>
        <p:xfrm>
          <a:off x="5362625" y="6763197"/>
          <a:ext cx="3236366" cy="299143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- สามเสน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ลุ่มมน</a:t>
                      </a:r>
                      <a:r>
                        <a:rPr kumimoji="0" lang="th-TH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้ำ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มูลบน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TC.04 -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สะพานพุทธ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TMB.01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1716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1968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163023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50" dirty="0"/>
                        <a:t>□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1166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393554F-D919-456D-91FF-F7935C805E4E}"/>
              </a:ext>
            </a:extLst>
          </p:cNvPr>
          <p:cNvSpPr/>
          <p:nvPr/>
        </p:nvSpPr>
        <p:spPr>
          <a:xfrm>
            <a:off x="1646437" y="13443082"/>
            <a:ext cx="7116563" cy="2965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EB4209-EEDA-4921-A646-28A8865CE8D3}"/>
              </a:ext>
            </a:extLst>
          </p:cNvPr>
          <p:cNvSpPr txBox="1"/>
          <p:nvPr/>
        </p:nvSpPr>
        <p:spPr>
          <a:xfrm>
            <a:off x="9246917" y="14740984"/>
            <a:ext cx="1151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Show only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9BEDB7A-9F3C-4D02-A0A9-150803314B11}"/>
              </a:ext>
            </a:extLst>
          </p:cNvPr>
          <p:cNvCxnSpPr>
            <a:stCxn id="15" idx="3"/>
            <a:endCxn id="25" idx="1"/>
          </p:cNvCxnSpPr>
          <p:nvPr/>
        </p:nvCxnSpPr>
        <p:spPr>
          <a:xfrm flipV="1">
            <a:off x="8763000" y="14925650"/>
            <a:ext cx="48391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97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Team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81879"/>
              </p:ext>
            </p:extLst>
          </p:nvPr>
        </p:nvGraphicFramePr>
        <p:xfrm>
          <a:off x="1628314" y="2004907"/>
          <a:ext cx="7515685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151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974113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760765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464114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102517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team_id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Administrator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A6EC991A-5A7C-E91F-D8FA-1E6D5FFCD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198862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62390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E837AC-00CA-446B-EDB7-EF7BBF400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029749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2C44D53-173F-46EA-D91C-6BEF9CCAE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51DE5C-4CD6-7DFA-ECDA-C0DFCBA9F427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C67211-D7A8-A0A5-AA77-614963363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07BD8626-3837-4B15-7717-CD5810E1AA06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2035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9386A-DC06-9ED7-730C-BD333F59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BB55587-2E30-B0D2-F282-FBD7D8958A72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Team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AA44CB4E-452C-FE51-31DC-50B5B9070D07}"/>
              </a:ext>
            </a:extLst>
          </p:cNvPr>
          <p:cNvSpPr/>
          <p:nvPr/>
        </p:nvSpPr>
        <p:spPr>
          <a:xfrm rot="16200000">
            <a:off x="2435458" y="103379"/>
            <a:ext cx="588687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17B7BA6-CF93-6F59-40F9-EB47A9C5575A}"/>
              </a:ext>
            </a:extLst>
          </p:cNvPr>
          <p:cNvGrpSpPr/>
          <p:nvPr/>
        </p:nvGrpSpPr>
        <p:grpSpPr>
          <a:xfrm>
            <a:off x="1728827" y="6345764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9EE914C1-5F8B-58A7-F3E1-0BB2A8D00085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6D5BD8F7-34A8-B0C7-C58C-AD120AC86299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97" name="Group 41">
            <a:extLst>
              <a:ext uri="{FF2B5EF4-FFF2-40B4-BE49-F238E27FC236}">
                <a16:creationId xmlns:a16="http://schemas.microsoft.com/office/drawing/2014/main" id="{2421A3C1-F5D7-3E9F-DF08-45E9A5DEE7AD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0040468B-1430-7440-BC3B-39F2675DBF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7343CCDE-EF19-35AA-BA1C-9BBF3443C1C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team_id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09CA27E8-8C79-A194-7732-8A367BA982B4}"/>
              </a:ext>
            </a:extLst>
          </p:cNvPr>
          <p:cNvGrpSpPr/>
          <p:nvPr/>
        </p:nvGrpSpPr>
        <p:grpSpPr>
          <a:xfrm>
            <a:off x="3982650" y="917418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BCE4DC71-A68E-FFD7-0D6E-83150E8073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5ECE237C-D5D2-EE37-4731-999723C91CD3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team_name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27C78BA-762F-8584-BC53-21C22471CC6F}"/>
              </a:ext>
            </a:extLst>
          </p:cNvPr>
          <p:cNvSpPr/>
          <p:nvPr/>
        </p:nvSpPr>
        <p:spPr>
          <a:xfrm>
            <a:off x="8439325" y="6345764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5762FE3-1FC5-AA9D-7CD1-CEADD1433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231998"/>
              </p:ext>
            </p:extLst>
          </p:nvPr>
        </p:nvGraphicFramePr>
        <p:xfrm>
          <a:off x="1896326" y="1516738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โครงการมูน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TMB.01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โครงการเจ้าพระยา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B269A09-51F2-4A82-0A9D-D369123B0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834095"/>
              </p:ext>
            </p:extLst>
          </p:nvPr>
        </p:nvGraphicFramePr>
        <p:xfrm>
          <a:off x="5378895" y="1516738"/>
          <a:ext cx="3507557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5367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041218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080486">
                  <a:extLst>
                    <a:ext uri="{9D8B030D-6E8A-4147-A177-3AD203B41FA5}">
                      <a16:colId xmlns:a16="http://schemas.microsoft.com/office/drawing/2014/main" val="2176931533"/>
                    </a:ext>
                  </a:extLst>
                </a:gridCol>
                <a:gridCol w="1080486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Firstname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E-mail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FCD6C1-5FAA-C8BA-2D11-D3612A6C1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492761"/>
              </p:ext>
            </p:extLst>
          </p:nvPr>
        </p:nvGraphicFramePr>
        <p:xfrm>
          <a:off x="1896326" y="3604416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ลุ่มมน</a:t>
                      </a:r>
                      <a:r>
                        <a:rPr kumimoji="0" lang="th-TH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้ำ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สาละวิน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47CF75-CC9B-0E8F-02B3-6BDFFDCC6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84939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FE513AC7-C4AA-28B3-7AD5-BEBEFFFAB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7682415-CDC0-C563-6A44-4D8E7B86DE6B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5412211-B31F-07CC-1E39-7D010E373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E3A94B5A-AC0E-5770-6202-0F68E587A4E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31">
            <a:extLst>
              <a:ext uri="{FF2B5EF4-FFF2-40B4-BE49-F238E27FC236}">
                <a16:creationId xmlns:a16="http://schemas.microsoft.com/office/drawing/2014/main" id="{B8D774F6-8061-B24A-1D1D-0B4DC2434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91567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62390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48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User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205242"/>
              </p:ext>
            </p:extLst>
          </p:nvPr>
        </p:nvGraphicFramePr>
        <p:xfrm>
          <a:off x="1628315" y="2004907"/>
          <a:ext cx="7517720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95971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258008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33810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09907">
                  <a:extLst>
                    <a:ext uri="{9D8B030D-6E8A-4147-A177-3AD203B41FA5}">
                      <a16:colId xmlns:a16="http://schemas.microsoft.com/office/drawing/2014/main" val="4138798698"/>
                    </a:ext>
                  </a:extLst>
                </a:gridCol>
                <a:gridCol w="2474994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73245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Administrator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Admin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Supervisor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Supervisor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Staff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Staff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0DC19-CEDC-46A5-7146-3A7E5C7DE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2836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565D131-B8FC-E9DA-DC3F-1ABA15648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E4EC7B8-C8BE-ED91-F1D8-C21935CDA47D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A6A38C-DF63-BC4D-C793-BB33E9DEE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6EC62C8-1688-B861-3FC6-5E9D27E6161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14" name="Table 31">
            <a:extLst>
              <a:ext uri="{FF2B5EF4-FFF2-40B4-BE49-F238E27FC236}">
                <a16:creationId xmlns:a16="http://schemas.microsoft.com/office/drawing/2014/main" id="{92F48C96-34AD-DD92-95DE-31665F006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893875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28967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949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User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3351383" y="-812545"/>
            <a:ext cx="405502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59EB8F-E46E-B401-2A83-4D42FDEA78F3}"/>
              </a:ext>
            </a:extLst>
          </p:cNvPr>
          <p:cNvGrpSpPr/>
          <p:nvPr/>
        </p:nvGrpSpPr>
        <p:grpSpPr>
          <a:xfrm>
            <a:off x="1728827" y="4577924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567AAC04-5213-D79D-D313-06995BFBE639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3F53EF52-7592-FA4E-7A6E-6ED55AF41B9C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13" name="Group 41">
            <a:extLst>
              <a:ext uri="{FF2B5EF4-FFF2-40B4-BE49-F238E27FC236}">
                <a16:creationId xmlns:a16="http://schemas.microsoft.com/office/drawing/2014/main" id="{791411AF-A1DB-203A-B39C-63C5DBC89673}"/>
              </a:ext>
            </a:extLst>
          </p:cNvPr>
          <p:cNvGrpSpPr/>
          <p:nvPr/>
        </p:nvGrpSpPr>
        <p:grpSpPr>
          <a:xfrm>
            <a:off x="3936885" y="1394386"/>
            <a:ext cx="2226041" cy="427369"/>
            <a:chOff x="53186" y="448089"/>
            <a:chExt cx="4465099" cy="427369"/>
          </a:xfrm>
        </p:grpSpPr>
        <p:sp>
          <p:nvSpPr>
            <p:cNvPr id="14" name="Rectangle: Rounded Corners 42">
              <a:extLst>
                <a:ext uri="{FF2B5EF4-FFF2-40B4-BE49-F238E27FC236}">
                  <a16:creationId xmlns:a16="http://schemas.microsoft.com/office/drawing/2014/main" id="{B8F83C37-551F-6CD9-7B06-6642B68FDF6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A59E2317-C435-4C74-DBE6-6F19557C94A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Firstname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6" name="Group 44">
            <a:extLst>
              <a:ext uri="{FF2B5EF4-FFF2-40B4-BE49-F238E27FC236}">
                <a16:creationId xmlns:a16="http://schemas.microsoft.com/office/drawing/2014/main" id="{CB2728DA-BEA2-E9C4-09A2-E422FB6D82EF}"/>
              </a:ext>
            </a:extLst>
          </p:cNvPr>
          <p:cNvGrpSpPr/>
          <p:nvPr/>
        </p:nvGrpSpPr>
        <p:grpSpPr>
          <a:xfrm>
            <a:off x="6206010" y="1389510"/>
            <a:ext cx="2226041" cy="427369"/>
            <a:chOff x="53186" y="448089"/>
            <a:chExt cx="4465099" cy="427369"/>
          </a:xfrm>
        </p:grpSpPr>
        <p:sp>
          <p:nvSpPr>
            <p:cNvPr id="25" name="Rectangle: Rounded Corners 45">
              <a:extLst>
                <a:ext uri="{FF2B5EF4-FFF2-40B4-BE49-F238E27FC236}">
                  <a16:creationId xmlns:a16="http://schemas.microsoft.com/office/drawing/2014/main" id="{98499E83-ED94-07FD-1C69-4A3B90A906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46">
              <a:extLst>
                <a:ext uri="{FF2B5EF4-FFF2-40B4-BE49-F238E27FC236}">
                  <a16:creationId xmlns:a16="http://schemas.microsoft.com/office/drawing/2014/main" id="{FEDE9B3F-8AD6-76AF-8A58-310565BC621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Lastname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2" name="Group 50">
            <a:extLst>
              <a:ext uri="{FF2B5EF4-FFF2-40B4-BE49-F238E27FC236}">
                <a16:creationId xmlns:a16="http://schemas.microsoft.com/office/drawing/2014/main" id="{604B0256-5336-6AAA-567C-7BFC60746440}"/>
              </a:ext>
            </a:extLst>
          </p:cNvPr>
          <p:cNvGrpSpPr/>
          <p:nvPr/>
        </p:nvGrpSpPr>
        <p:grpSpPr>
          <a:xfrm>
            <a:off x="3954868" y="1821667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51">
              <a:extLst>
                <a:ext uri="{FF2B5EF4-FFF2-40B4-BE49-F238E27FC236}">
                  <a16:creationId xmlns:a16="http://schemas.microsoft.com/office/drawing/2014/main" id="{D2205FD7-E07B-806A-741A-E9DED41714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4" name="TextBox 53">
              <a:extLst>
                <a:ext uri="{FF2B5EF4-FFF2-40B4-BE49-F238E27FC236}">
                  <a16:creationId xmlns:a16="http://schemas.microsoft.com/office/drawing/2014/main" id="{2D07FF63-A4F3-2D5C-BACB-2F8E9D6B763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 Permission</a:t>
              </a:r>
            </a:p>
          </p:txBody>
        </p:sp>
      </p:grpSp>
      <p:graphicFrame>
        <p:nvGraphicFramePr>
          <p:cNvPr id="35" name="Table 54">
            <a:extLst>
              <a:ext uri="{FF2B5EF4-FFF2-40B4-BE49-F238E27FC236}">
                <a16:creationId xmlns:a16="http://schemas.microsoft.com/office/drawing/2014/main" id="{5FE6E2C3-B1A3-6DF7-5AA2-4FC0FE4FF780}"/>
              </a:ext>
            </a:extLst>
          </p:cNvPr>
          <p:cNvGraphicFramePr>
            <a:graphicFrameLocks noGrp="1"/>
          </p:cNvGraphicFramePr>
          <p:nvPr/>
        </p:nvGraphicFramePr>
        <p:xfrm>
          <a:off x="4028911" y="2277539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Admin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Supervisor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877460B6-F6DB-02AD-7B6F-ED833875DF76}"/>
              </a:ext>
            </a:extLst>
          </p:cNvPr>
          <p:cNvGrpSpPr/>
          <p:nvPr/>
        </p:nvGrpSpPr>
        <p:grpSpPr>
          <a:xfrm>
            <a:off x="1654784" y="1400807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1D82A081-D6F0-5FCF-467D-2EAD282DFE7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9860FEC0-2214-D404-43AB-84EF0117AB9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8" name="Group 72">
            <a:extLst>
              <a:ext uri="{FF2B5EF4-FFF2-40B4-BE49-F238E27FC236}">
                <a16:creationId xmlns:a16="http://schemas.microsoft.com/office/drawing/2014/main" id="{F4C2F7EC-2FE5-6863-C53C-8FF46D9A2D20}"/>
              </a:ext>
            </a:extLst>
          </p:cNvPr>
          <p:cNvGrpSpPr/>
          <p:nvPr/>
        </p:nvGrpSpPr>
        <p:grpSpPr>
          <a:xfrm>
            <a:off x="1654784" y="1821436"/>
            <a:ext cx="2226041" cy="427369"/>
            <a:chOff x="53186" y="448089"/>
            <a:chExt cx="4465099" cy="427369"/>
          </a:xfrm>
        </p:grpSpPr>
        <p:sp>
          <p:nvSpPr>
            <p:cNvPr id="9" name="Rectangle: Rounded Corners 73">
              <a:extLst>
                <a:ext uri="{FF2B5EF4-FFF2-40B4-BE49-F238E27FC236}">
                  <a16:creationId xmlns:a16="http://schemas.microsoft.com/office/drawing/2014/main" id="{20F3E004-0C67-1265-5E50-40D8677E221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1" name="TextBox 74">
              <a:extLst>
                <a:ext uri="{FF2B5EF4-FFF2-40B4-BE49-F238E27FC236}">
                  <a16:creationId xmlns:a16="http://schemas.microsoft.com/office/drawing/2014/main" id="{DA5033D7-E3B9-D973-6EC5-B9B9B0B4CA2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E-mail</a:t>
              </a:r>
            </a:p>
          </p:txBody>
        </p:sp>
      </p:grpSp>
      <p:grpSp>
        <p:nvGrpSpPr>
          <p:cNvPr id="44" name="Group 78">
            <a:extLst>
              <a:ext uri="{FF2B5EF4-FFF2-40B4-BE49-F238E27FC236}">
                <a16:creationId xmlns:a16="http://schemas.microsoft.com/office/drawing/2014/main" id="{6AC2A939-B265-7E9E-C2B7-65126AB08688}"/>
              </a:ext>
            </a:extLst>
          </p:cNvPr>
          <p:cNvGrpSpPr/>
          <p:nvPr/>
        </p:nvGrpSpPr>
        <p:grpSpPr>
          <a:xfrm>
            <a:off x="1654784" y="2702571"/>
            <a:ext cx="2226041" cy="427369"/>
            <a:chOff x="53186" y="448089"/>
            <a:chExt cx="4465099" cy="427369"/>
          </a:xfrm>
        </p:grpSpPr>
        <p:sp>
          <p:nvSpPr>
            <p:cNvPr id="45" name="Rectangle: Rounded Corners 79">
              <a:extLst>
                <a:ext uri="{FF2B5EF4-FFF2-40B4-BE49-F238E27FC236}">
                  <a16:creationId xmlns:a16="http://schemas.microsoft.com/office/drawing/2014/main" id="{208A1DEE-3E7C-B6A7-FC9D-33B5AB6515E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6" name="TextBox 80">
              <a:extLst>
                <a:ext uri="{FF2B5EF4-FFF2-40B4-BE49-F238E27FC236}">
                  <a16:creationId xmlns:a16="http://schemas.microsoft.com/office/drawing/2014/main" id="{62055375-02E3-6C01-68E8-C31A390B387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pSp>
        <p:nvGrpSpPr>
          <p:cNvPr id="47" name="Group 81">
            <a:extLst>
              <a:ext uri="{FF2B5EF4-FFF2-40B4-BE49-F238E27FC236}">
                <a16:creationId xmlns:a16="http://schemas.microsoft.com/office/drawing/2014/main" id="{CD91DA7D-A6C8-4D21-3132-C8CA6BAB2DA9}"/>
              </a:ext>
            </a:extLst>
          </p:cNvPr>
          <p:cNvGrpSpPr/>
          <p:nvPr/>
        </p:nvGrpSpPr>
        <p:grpSpPr>
          <a:xfrm>
            <a:off x="1664156" y="3118279"/>
            <a:ext cx="2226041" cy="427369"/>
            <a:chOff x="53186" y="448089"/>
            <a:chExt cx="4465099" cy="427369"/>
          </a:xfrm>
        </p:grpSpPr>
        <p:sp>
          <p:nvSpPr>
            <p:cNvPr id="48" name="Rectangle: Rounded Corners 82">
              <a:extLst>
                <a:ext uri="{FF2B5EF4-FFF2-40B4-BE49-F238E27FC236}">
                  <a16:creationId xmlns:a16="http://schemas.microsoft.com/office/drawing/2014/main" id="{20444931-B9C2-0B1D-D5A2-2C1031C2CBB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9" name="TextBox 83">
              <a:extLst>
                <a:ext uri="{FF2B5EF4-FFF2-40B4-BE49-F238E27FC236}">
                  <a16:creationId xmlns:a16="http://schemas.microsoft.com/office/drawing/2014/main" id="{6372A594-675E-B8FC-B9AA-481324C8653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 Confirm</a:t>
              </a:r>
            </a:p>
          </p:txBody>
        </p:sp>
      </p:grpSp>
      <p:grpSp>
        <p:nvGrpSpPr>
          <p:cNvPr id="50" name="Group 9">
            <a:extLst>
              <a:ext uri="{FF2B5EF4-FFF2-40B4-BE49-F238E27FC236}">
                <a16:creationId xmlns:a16="http://schemas.microsoft.com/office/drawing/2014/main" id="{27C47C37-69CB-1F4A-9800-D6BC47D617D8}"/>
              </a:ext>
            </a:extLst>
          </p:cNvPr>
          <p:cNvGrpSpPr/>
          <p:nvPr/>
        </p:nvGrpSpPr>
        <p:grpSpPr>
          <a:xfrm>
            <a:off x="1654784" y="3534536"/>
            <a:ext cx="2226041" cy="427369"/>
            <a:chOff x="53186" y="448089"/>
            <a:chExt cx="4465099" cy="427369"/>
          </a:xfrm>
        </p:grpSpPr>
        <p:sp>
          <p:nvSpPr>
            <p:cNvPr id="51" name="Rectangle: Rounded Corners 10">
              <a:extLst>
                <a:ext uri="{FF2B5EF4-FFF2-40B4-BE49-F238E27FC236}">
                  <a16:creationId xmlns:a16="http://schemas.microsoft.com/office/drawing/2014/main" id="{55C1510F-2FA8-A22E-623D-9B810C5F07C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2" name="TextBox 11">
              <a:extLst>
                <a:ext uri="{FF2B5EF4-FFF2-40B4-BE49-F238E27FC236}">
                  <a16:creationId xmlns:a16="http://schemas.microsoft.com/office/drawing/2014/main" id="{1A32539A-68CF-5749-C1A6-A53490DB16B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B0265D-0193-F6E5-D134-8260B1EF8973}"/>
              </a:ext>
            </a:extLst>
          </p:cNvPr>
          <p:cNvGrpSpPr/>
          <p:nvPr/>
        </p:nvGrpSpPr>
        <p:grpSpPr>
          <a:xfrm>
            <a:off x="3946522" y="951983"/>
            <a:ext cx="951266" cy="374028"/>
            <a:chOff x="1654784" y="1931142"/>
            <a:chExt cx="951266" cy="37402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800079F-591D-D683-7F54-4631D6E09D2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9AD8A0D-A5D6-5BEB-E786-C26228CFC4F0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D1E6ED-9944-6847-7C10-0747A5269B5B}"/>
              </a:ext>
            </a:extLst>
          </p:cNvPr>
          <p:cNvSpPr/>
          <p:nvPr/>
        </p:nvSpPr>
        <p:spPr>
          <a:xfrm>
            <a:off x="8439325" y="4577924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8" name="Table 31">
            <a:extLst>
              <a:ext uri="{FF2B5EF4-FFF2-40B4-BE49-F238E27FC236}">
                <a16:creationId xmlns:a16="http://schemas.microsoft.com/office/drawing/2014/main" id="{18C8ABD0-CD5F-7030-2B08-2189BC00B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88422"/>
              </p:ext>
            </p:extLst>
          </p:nvPr>
        </p:nvGraphicFramePr>
        <p:xfrm>
          <a:off x="0" y="542630"/>
          <a:ext cx="1510882" cy="269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Services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28967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C5C6FA-1EF3-BB10-4D7E-9771DBF5D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60592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72C6D311-EE18-AFCB-D6B2-D854E4E37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F68E4CD5-FD47-ED42-328E-977FA123ADE6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617104A-A11D-BE1C-36F2-0127047AE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AE5BC64B-FF24-C6DF-FD99-6D6195C9ECFC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88ED3-EF36-B563-5071-F71F2A3FA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464670"/>
              </p:ext>
            </p:extLst>
          </p:nvPr>
        </p:nvGraphicFramePr>
        <p:xfrm>
          <a:off x="46990" y="5209979"/>
          <a:ext cx="9143127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34867">
                  <a:extLst>
                    <a:ext uri="{9D8B030D-6E8A-4147-A177-3AD203B41FA5}">
                      <a16:colId xmlns:a16="http://schemas.microsoft.com/office/drawing/2014/main" val="4005686366"/>
                    </a:ext>
                  </a:extLst>
                </a:gridCol>
                <a:gridCol w="6108260">
                  <a:extLst>
                    <a:ext uri="{9D8B030D-6E8A-4147-A177-3AD203B41FA5}">
                      <a16:colId xmlns:a16="http://schemas.microsoft.com/office/drawing/2014/main" val="9869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8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26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Except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646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Except </a:t>
                      </a:r>
                      <a:r>
                        <a:rPr lang="en-US" dirty="0" err="1"/>
                        <a:t>Dashaboard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Event_Log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9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Only Home Page with Only filter River, Show Only normal 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206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51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11712</TotalTime>
  <Words>4139</Words>
  <Application>Microsoft Office PowerPoint</Application>
  <PresentationFormat>On-screen Show (16:9)</PresentationFormat>
  <Paragraphs>2002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TH Sarabun New</vt:lpstr>
      <vt:lpstr>Office Theme</vt:lpstr>
      <vt:lpstr>Frontend / Admin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Pin_Decode</dc:creator>
  <cp:lastModifiedBy>eikcaM</cp:lastModifiedBy>
  <cp:revision>1553</cp:revision>
  <dcterms:created xsi:type="dcterms:W3CDTF">2024-11-14T13:12:03Z</dcterms:created>
  <dcterms:modified xsi:type="dcterms:W3CDTF">2026-05-27T07:46:20Z</dcterms:modified>
</cp:coreProperties>
</file>